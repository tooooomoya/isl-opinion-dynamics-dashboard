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59" r:id="rId4"/>
    <p:sldId id="260" r:id="rId5"/>
    <p:sldId id="261" r:id="rId6"/>
    <p:sldId id="262" r:id="rId7"/>
    <p:sldId id="267" r:id="rId8"/>
    <p:sldId id="263" r:id="rId9"/>
    <p:sldId id="264" r:id="rId10"/>
    <p:sldId id="268" r:id="rId11"/>
    <p:sldId id="269" r:id="rId12"/>
    <p:sldId id="270" r:id="rId13"/>
    <p:sldId id="271" r:id="rId14"/>
    <p:sldId id="265" r:id="rId15"/>
    <p:sldId id="266"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97A7"/>
    <a:srgbClr val="3C3C3C"/>
    <a:srgbClr val="828282"/>
    <a:srgbClr val="E97132"/>
    <a:srgbClr val="FFFFFF"/>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65FB74-6F36-4840-91FA-9E59A1576508}" v="753" dt="2026-07-27T01:30:27.64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82" autoAdjust="0"/>
    <p:restoredTop sz="94681"/>
  </p:normalViewPr>
  <p:slideViewPr>
    <p:cSldViewPr snapToGrid="0">
      <p:cViewPr varScale="1">
        <p:scale>
          <a:sx n="116" d="100"/>
          <a:sy n="116" d="100"/>
        </p:scale>
        <p:origin x="3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武田　朋也" userId="JYzEnfap9QB4jqrLU0E9Lk6gky9hDWPeLkFG2M+q4Xw=" providerId="None" clId="Web-{D3520A62-55D8-4B79-8F17-68B34987C500}"/>
    <pc:docChg chg="addSld modSld sldOrd">
      <pc:chgData name="武田　朋也" userId="JYzEnfap9QB4jqrLU0E9Lk6gky9hDWPeLkFG2M+q4Xw=" providerId="None" clId="Web-{D3520A62-55D8-4B79-8F17-68B34987C500}" dt="2026-07-06T06:09:47.288" v="56" actId="1076"/>
      <pc:docMkLst>
        <pc:docMk/>
      </pc:docMkLst>
      <pc:sldChg chg="modSp">
        <pc:chgData name="武田　朋也" userId="JYzEnfap9QB4jqrLU0E9Lk6gky9hDWPeLkFG2M+q4Xw=" providerId="None" clId="Web-{D3520A62-55D8-4B79-8F17-68B34987C500}" dt="2026-07-06T06:06:17.344" v="2" actId="20577"/>
        <pc:sldMkLst>
          <pc:docMk/>
          <pc:sldMk cId="2128380218" sldId="256"/>
        </pc:sldMkLst>
        <pc:spChg chg="mod">
          <ac:chgData name="武田　朋也" userId="JYzEnfap9QB4jqrLU0E9Lk6gky9hDWPeLkFG2M+q4Xw=" providerId="None" clId="Web-{D3520A62-55D8-4B79-8F17-68B34987C500}" dt="2026-07-06T06:06:17.344" v="2" actId="20577"/>
          <ac:spMkLst>
            <pc:docMk/>
            <pc:sldMk cId="2128380218" sldId="256"/>
            <ac:spMk id="3" creationId="{00000000-0000-0000-0000-000000000000}"/>
          </ac:spMkLst>
        </pc:spChg>
      </pc:sldChg>
    </pc:docChg>
  </pc:docChgLst>
  <pc:docChgLst>
    <pc:chgData name="武田　朋也" userId="JYzEnfap9QB4jqrLU0E9Lk6gky9hDWPeLkFG2M+q4Xw=" providerId="None" clId="Web-{9BC40ABF-3120-4AA4-A1C9-845DD58B506D}"/>
    <pc:docChg chg="addSld delSld modSld sldOrd">
      <pc:chgData name="武田　朋也" userId="JYzEnfap9QB4jqrLU0E9Lk6gky9hDWPeLkFG2M+q4Xw=" providerId="None" clId="Web-{9BC40ABF-3120-4AA4-A1C9-845DD58B506D}" dt="2026-07-07T05:47:12.914" v="781"/>
      <pc:docMkLst>
        <pc:docMk/>
      </pc:docMkLst>
      <pc:sldChg chg="modSp">
        <pc:chgData name="武田　朋也" userId="JYzEnfap9QB4jqrLU0E9Lk6gky9hDWPeLkFG2M+q4Xw=" providerId="None" clId="Web-{9BC40ABF-3120-4AA4-A1C9-845DD58B506D}" dt="2026-07-07T04:35:12.617" v="2" actId="20577"/>
        <pc:sldMkLst>
          <pc:docMk/>
          <pc:sldMk cId="2128380218" sldId="256"/>
        </pc:sldMkLst>
        <pc:spChg chg="mod">
          <ac:chgData name="武田　朋也" userId="JYzEnfap9QB4jqrLU0E9Lk6gky9hDWPeLkFG2M+q4Xw=" providerId="None" clId="Web-{9BC40ABF-3120-4AA4-A1C9-845DD58B506D}" dt="2026-07-07T04:35:12.617" v="2" actId="20577"/>
          <ac:spMkLst>
            <pc:docMk/>
            <pc:sldMk cId="2128380218" sldId="256"/>
            <ac:spMk id="3" creationId="{00000000-0000-0000-0000-000000000000}"/>
          </ac:spMkLst>
        </pc:spChg>
      </pc:sldChg>
      <pc:sldChg chg="modSp">
        <pc:chgData name="武田　朋也" userId="JYzEnfap9QB4jqrLU0E9Lk6gky9hDWPeLkFG2M+q4Xw=" providerId="None" clId="Web-{9BC40ABF-3120-4AA4-A1C9-845DD58B506D}" dt="2026-07-07T04:36:05.275" v="31" actId="20577"/>
        <pc:sldMkLst>
          <pc:docMk/>
          <pc:sldMk cId="1293478183" sldId="258"/>
        </pc:sldMkLst>
        <pc:spChg chg="mod">
          <ac:chgData name="武田　朋也" userId="JYzEnfap9QB4jqrLU0E9Lk6gky9hDWPeLkFG2M+q4Xw=" providerId="None" clId="Web-{9BC40ABF-3120-4AA4-A1C9-845DD58B506D}" dt="2026-07-07T04:36:05.275" v="31" actId="20577"/>
          <ac:spMkLst>
            <pc:docMk/>
            <pc:sldMk cId="1293478183" sldId="258"/>
            <ac:spMk id="3" creationId="{40909D7F-D918-AFC8-B8E4-EDE9B0B03320}"/>
          </ac:spMkLst>
        </pc:spChg>
      </pc:sldChg>
      <pc:sldChg chg="ord">
        <pc:chgData name="武田　朋也" userId="JYzEnfap9QB4jqrLU0E9Lk6gky9hDWPeLkFG2M+q4Xw=" providerId="None" clId="Web-{9BC40ABF-3120-4AA4-A1C9-845DD58B506D}" dt="2026-07-07T05:47:12.914" v="781"/>
        <pc:sldMkLst>
          <pc:docMk/>
          <pc:sldMk cId="2802821478" sldId="412"/>
        </pc:sldMkLst>
      </pc:sldChg>
      <pc:sldChg chg="ord">
        <pc:chgData name="武田　朋也" userId="JYzEnfap9QB4jqrLU0E9Lk6gky9hDWPeLkFG2M+q4Xw=" providerId="None" clId="Web-{9BC40ABF-3120-4AA4-A1C9-845DD58B506D}" dt="2026-07-07T04:40:27.925" v="116"/>
        <pc:sldMkLst>
          <pc:docMk/>
          <pc:sldMk cId="2781478633" sldId="460"/>
        </pc:sldMkLst>
      </pc:sldChg>
      <pc:sldChg chg="ord">
        <pc:chgData name="武田　朋也" userId="JYzEnfap9QB4jqrLU0E9Lk6gky9hDWPeLkFG2M+q4Xw=" providerId="None" clId="Web-{9BC40ABF-3120-4AA4-A1C9-845DD58B506D}" dt="2026-07-07T04:39:32.830" v="89"/>
        <pc:sldMkLst>
          <pc:docMk/>
          <pc:sldMk cId="414869161" sldId="469"/>
        </pc:sldMkLst>
      </pc:sldChg>
      <pc:sldChg chg="ord">
        <pc:chgData name="武田　朋也" userId="JYzEnfap9QB4jqrLU0E9Lk6gky9hDWPeLkFG2M+q4Xw=" providerId="None" clId="Web-{9BC40ABF-3120-4AA4-A1C9-845DD58B506D}" dt="2026-07-07T04:39:32.830" v="91"/>
        <pc:sldMkLst>
          <pc:docMk/>
          <pc:sldMk cId="4186057406" sldId="470"/>
        </pc:sldMkLst>
      </pc:sldChg>
      <pc:sldChg chg="ord">
        <pc:chgData name="武田　朋也" userId="JYzEnfap9QB4jqrLU0E9Lk6gky9hDWPeLkFG2M+q4Xw=" providerId="None" clId="Web-{9BC40ABF-3120-4AA4-A1C9-845DD58B506D}" dt="2026-07-07T04:39:32.830" v="88"/>
        <pc:sldMkLst>
          <pc:docMk/>
          <pc:sldMk cId="336836744" sldId="471"/>
        </pc:sldMkLst>
      </pc:sldChg>
      <pc:sldChg chg="ord">
        <pc:chgData name="武田　朋也" userId="JYzEnfap9QB4jqrLU0E9Lk6gky9hDWPeLkFG2M+q4Xw=" providerId="None" clId="Web-{9BC40ABF-3120-4AA4-A1C9-845DD58B506D}" dt="2026-07-07T04:39:32.830" v="87"/>
        <pc:sldMkLst>
          <pc:docMk/>
          <pc:sldMk cId="519133253" sldId="472"/>
        </pc:sldMkLst>
      </pc:sldChg>
      <pc:sldChg chg="ord">
        <pc:chgData name="武田　朋也" userId="JYzEnfap9QB4jqrLU0E9Lk6gky9hDWPeLkFG2M+q4Xw=" providerId="None" clId="Web-{9BC40ABF-3120-4AA4-A1C9-845DD58B506D}" dt="2026-07-07T04:39:32.830" v="86"/>
        <pc:sldMkLst>
          <pc:docMk/>
          <pc:sldMk cId="2059891231" sldId="473"/>
        </pc:sldMkLst>
      </pc:sldChg>
      <pc:sldChg chg="modSp">
        <pc:chgData name="武田　朋也" userId="JYzEnfap9QB4jqrLU0E9Lk6gky9hDWPeLkFG2M+q4Xw=" providerId="None" clId="Web-{9BC40ABF-3120-4AA4-A1C9-845DD58B506D}" dt="2026-07-07T04:39:04.532" v="84" actId="20577"/>
        <pc:sldMkLst>
          <pc:docMk/>
          <pc:sldMk cId="3817747726" sldId="477"/>
        </pc:sldMkLst>
        <pc:spChg chg="mod">
          <ac:chgData name="武田　朋也" userId="JYzEnfap9QB4jqrLU0E9Lk6gky9hDWPeLkFG2M+q4Xw=" providerId="None" clId="Web-{9BC40ABF-3120-4AA4-A1C9-845DD58B506D}" dt="2026-07-07T04:36:11.869" v="32" actId="20577"/>
          <ac:spMkLst>
            <pc:docMk/>
            <pc:sldMk cId="3817747726" sldId="477"/>
            <ac:spMk id="2" creationId="{6FC98C6E-0081-DD81-6D81-00D37B8AC13A}"/>
          </ac:spMkLst>
        </pc:spChg>
        <pc:spChg chg="mod">
          <ac:chgData name="武田　朋也" userId="JYzEnfap9QB4jqrLU0E9Lk6gky9hDWPeLkFG2M+q4Xw=" providerId="None" clId="Web-{9BC40ABF-3120-4AA4-A1C9-845DD58B506D}" dt="2026-07-07T04:39:04.532" v="84" actId="20577"/>
          <ac:spMkLst>
            <pc:docMk/>
            <pc:sldMk cId="3817747726" sldId="477"/>
            <ac:spMk id="6" creationId="{D431EA53-7BB8-03F4-B448-C8157D8852DF}"/>
          </ac:spMkLst>
        </pc:spChg>
      </pc:sldChg>
      <pc:sldChg chg="modSp ord">
        <pc:chgData name="武田　朋也" userId="JYzEnfap9QB4jqrLU0E9Lk6gky9hDWPeLkFG2M+q4Xw=" providerId="None" clId="Web-{9BC40ABF-3120-4AA4-A1C9-845DD58B506D}" dt="2026-07-07T04:39:32.830" v="85"/>
        <pc:sldMkLst>
          <pc:docMk/>
          <pc:sldMk cId="3762205372" sldId="478"/>
        </pc:sldMkLst>
        <pc:spChg chg="mod">
          <ac:chgData name="武田　朋也" userId="JYzEnfap9QB4jqrLU0E9Lk6gky9hDWPeLkFG2M+q4Xw=" providerId="None" clId="Web-{9BC40ABF-3120-4AA4-A1C9-845DD58B506D}" dt="2026-07-07T04:37:49.216" v="62" actId="20577"/>
          <ac:spMkLst>
            <pc:docMk/>
            <pc:sldMk cId="3762205372" sldId="478"/>
            <ac:spMk id="6" creationId="{29430432-BD60-8206-8B55-F4DA26CA333E}"/>
          </ac:spMkLst>
        </pc:spChg>
      </pc:sldChg>
      <pc:sldChg chg="ord">
        <pc:chgData name="武田　朋也" userId="JYzEnfap9QB4jqrLU0E9Lk6gky9hDWPeLkFG2M+q4Xw=" providerId="None" clId="Web-{9BC40ABF-3120-4AA4-A1C9-845DD58B506D}" dt="2026-07-07T04:48:31.006" v="276"/>
        <pc:sldMkLst>
          <pc:docMk/>
          <pc:sldMk cId="19079760" sldId="479"/>
        </pc:sldMkLst>
      </pc:sldChg>
      <pc:sldChg chg="ord">
        <pc:chgData name="武田　朋也" userId="JYzEnfap9QB4jqrLU0E9Lk6gky9hDWPeLkFG2M+q4Xw=" providerId="None" clId="Web-{9BC40ABF-3120-4AA4-A1C9-845DD58B506D}" dt="2026-07-07T04:48:31.006" v="277"/>
        <pc:sldMkLst>
          <pc:docMk/>
          <pc:sldMk cId="906607262" sldId="480"/>
        </pc:sldMkLst>
      </pc:sldChg>
      <pc:sldChg chg="modSp">
        <pc:chgData name="武田　朋也" userId="JYzEnfap9QB4jqrLU0E9Lk6gky9hDWPeLkFG2M+q4Xw=" providerId="None" clId="Web-{9BC40ABF-3120-4AA4-A1C9-845DD58B506D}" dt="2026-07-07T05:04:39.651" v="418" actId="20577"/>
        <pc:sldMkLst>
          <pc:docMk/>
          <pc:sldMk cId="2975450391" sldId="481"/>
        </pc:sldMkLst>
        <pc:spChg chg="mod">
          <ac:chgData name="武田　朋也" userId="JYzEnfap9QB4jqrLU0E9Lk6gky9hDWPeLkFG2M+q4Xw=" providerId="None" clId="Web-{9BC40ABF-3120-4AA4-A1C9-845DD58B506D}" dt="2026-07-07T05:04:27.729" v="410" actId="20577"/>
          <ac:spMkLst>
            <pc:docMk/>
            <pc:sldMk cId="2975450391" sldId="481"/>
            <ac:spMk id="2" creationId="{817CC875-234B-E726-05D6-12064A8A1523}"/>
          </ac:spMkLst>
        </pc:spChg>
        <pc:spChg chg="mod">
          <ac:chgData name="武田　朋也" userId="JYzEnfap9QB4jqrLU0E9Lk6gky9hDWPeLkFG2M+q4Xw=" providerId="None" clId="Web-{9BC40ABF-3120-4AA4-A1C9-845DD58B506D}" dt="2026-07-07T05:04:39.651" v="418" actId="20577"/>
          <ac:spMkLst>
            <pc:docMk/>
            <pc:sldMk cId="2975450391" sldId="481"/>
            <ac:spMk id="6" creationId="{388E1078-D78F-3912-9082-ED01ED421DB4}"/>
          </ac:spMkLst>
        </pc:spChg>
      </pc:sldChg>
      <pc:sldChg chg="modSp ord">
        <pc:chgData name="武田　朋也" userId="JYzEnfap9QB4jqrLU0E9Lk6gky9hDWPeLkFG2M+q4Xw=" providerId="None" clId="Web-{9BC40ABF-3120-4AA4-A1C9-845DD58B506D}" dt="2026-07-07T04:48:31.006" v="278"/>
        <pc:sldMkLst>
          <pc:docMk/>
          <pc:sldMk cId="2017681618" sldId="483"/>
        </pc:sldMkLst>
        <pc:spChg chg="mod">
          <ac:chgData name="武田　朋也" userId="JYzEnfap9QB4jqrLU0E9Lk6gky9hDWPeLkFG2M+q4Xw=" providerId="None" clId="Web-{9BC40ABF-3120-4AA4-A1C9-845DD58B506D}" dt="2026-07-07T04:48:16.927" v="275" actId="1076"/>
          <ac:spMkLst>
            <pc:docMk/>
            <pc:sldMk cId="2017681618" sldId="483"/>
            <ac:spMk id="2" creationId="{7D9EF937-C884-747F-041C-AD78E5795A8E}"/>
          </ac:spMkLst>
        </pc:spChg>
        <pc:spChg chg="mod">
          <ac:chgData name="武田　朋也" userId="JYzEnfap9QB4jqrLU0E9Lk6gky9hDWPeLkFG2M+q4Xw=" providerId="None" clId="Web-{9BC40ABF-3120-4AA4-A1C9-845DD58B506D}" dt="2026-07-07T04:48:10.614" v="274" actId="1076"/>
          <ac:spMkLst>
            <pc:docMk/>
            <pc:sldMk cId="2017681618" sldId="483"/>
            <ac:spMk id="3" creationId="{1772C64C-60A7-D9D6-350F-39A51B5BB0DF}"/>
          </ac:spMkLst>
        </pc:spChg>
      </pc:sldChg>
      <pc:sldChg chg="modSp">
        <pc:chgData name="武田　朋也" userId="JYzEnfap9QB4jqrLU0E9Lk6gky9hDWPeLkFG2M+q4Xw=" providerId="None" clId="Web-{9BC40ABF-3120-4AA4-A1C9-845DD58B506D}" dt="2026-07-07T04:52:22.280" v="299" actId="20577"/>
        <pc:sldMkLst>
          <pc:docMk/>
          <pc:sldMk cId="2897191030" sldId="493"/>
        </pc:sldMkLst>
        <pc:spChg chg="mod">
          <ac:chgData name="武田　朋也" userId="JYzEnfap9QB4jqrLU0E9Lk6gky9hDWPeLkFG2M+q4Xw=" providerId="None" clId="Web-{9BC40ABF-3120-4AA4-A1C9-845DD58B506D}" dt="2026-07-07T04:52:22.280" v="299" actId="20577"/>
          <ac:spMkLst>
            <pc:docMk/>
            <pc:sldMk cId="2897191030" sldId="493"/>
            <ac:spMk id="2" creationId="{D5110966-1435-86FD-33A8-6B57CA58FF30}"/>
          </ac:spMkLst>
        </pc:spChg>
        <pc:spChg chg="mod">
          <ac:chgData name="武田　朋也" userId="JYzEnfap9QB4jqrLU0E9Lk6gky9hDWPeLkFG2M+q4Xw=" providerId="None" clId="Web-{9BC40ABF-3120-4AA4-A1C9-845DD58B506D}" dt="2026-07-07T04:37:04.683" v="58" actId="20577"/>
          <ac:spMkLst>
            <pc:docMk/>
            <pc:sldMk cId="2897191030" sldId="493"/>
            <ac:spMk id="6" creationId="{D8A3D498-01D0-10C2-3FBE-499A0286F8BD}"/>
          </ac:spMkLst>
        </pc:spChg>
      </pc:sldChg>
      <pc:sldChg chg="ord">
        <pc:chgData name="武田　朋也" userId="JYzEnfap9QB4jqrLU0E9Lk6gky9hDWPeLkFG2M+q4Xw=" providerId="None" clId="Web-{9BC40ABF-3120-4AA4-A1C9-845DD58B506D}" dt="2026-07-07T04:39:32.830" v="90"/>
        <pc:sldMkLst>
          <pc:docMk/>
          <pc:sldMk cId="3090590800" sldId="494"/>
        </pc:sldMkLst>
      </pc:sldChg>
      <pc:sldChg chg="modSp ord">
        <pc:chgData name="武田　朋也" userId="JYzEnfap9QB4jqrLU0E9Lk6gky9hDWPeLkFG2M+q4Xw=" providerId="None" clId="Web-{9BC40ABF-3120-4AA4-A1C9-845DD58B506D}" dt="2026-07-07T04:40:41.707" v="118" actId="20577"/>
        <pc:sldMkLst>
          <pc:docMk/>
          <pc:sldMk cId="3739401518" sldId="495"/>
        </pc:sldMkLst>
        <pc:spChg chg="mod">
          <ac:chgData name="武田　朋也" userId="JYzEnfap9QB4jqrLU0E9Lk6gky9hDWPeLkFG2M+q4Xw=" providerId="None" clId="Web-{9BC40ABF-3120-4AA4-A1C9-845DD58B506D}" dt="2026-07-07T04:40:41.707" v="118" actId="20577"/>
          <ac:spMkLst>
            <pc:docMk/>
            <pc:sldMk cId="3739401518" sldId="495"/>
            <ac:spMk id="2" creationId="{9FA265C2-DC95-DF99-F108-2581AE989CAC}"/>
          </ac:spMkLst>
        </pc:spChg>
        <pc:spChg chg="mod">
          <ac:chgData name="武田　朋也" userId="JYzEnfap9QB4jqrLU0E9Lk6gky9hDWPeLkFG2M+q4Xw=" providerId="None" clId="Web-{9BC40ABF-3120-4AA4-A1C9-845DD58B506D}" dt="2026-07-07T04:40:27.082" v="115" actId="20577"/>
          <ac:spMkLst>
            <pc:docMk/>
            <pc:sldMk cId="3739401518" sldId="495"/>
            <ac:spMk id="6" creationId="{5ACEFC57-8D21-889F-020E-F708B85D9585}"/>
          </ac:spMkLst>
        </pc:spChg>
      </pc:sldChg>
      <pc:sldChg chg="addSp modSp add replId">
        <pc:chgData name="武田　朋也" userId="JYzEnfap9QB4jqrLU0E9Lk6gky9hDWPeLkFG2M+q4Xw=" providerId="None" clId="Web-{9BC40ABF-3120-4AA4-A1C9-845DD58B506D}" dt="2026-07-07T04:59:25.296" v="407" actId="1076"/>
        <pc:sldMkLst>
          <pc:docMk/>
          <pc:sldMk cId="1490262692" sldId="500"/>
        </pc:sldMkLst>
        <pc:spChg chg="mod">
          <ac:chgData name="武田　朋也" userId="JYzEnfap9QB4jqrLU0E9Lk6gky9hDWPeLkFG2M+q4Xw=" providerId="None" clId="Web-{9BC40ABF-3120-4AA4-A1C9-845DD58B506D}" dt="2026-07-07T04:59:25.296" v="407" actId="1076"/>
          <ac:spMkLst>
            <pc:docMk/>
            <pc:sldMk cId="1490262692" sldId="500"/>
            <ac:spMk id="6" creationId="{9843CD6E-B952-5B8E-0888-D60FD81EDB69}"/>
          </ac:spMkLst>
        </pc:spChg>
        <pc:spChg chg="add mod">
          <ac:chgData name="武田　朋也" userId="JYzEnfap9QB4jqrLU0E9Lk6gky9hDWPeLkFG2M+q4Xw=" providerId="None" clId="Web-{9BC40ABF-3120-4AA4-A1C9-845DD58B506D}" dt="2026-07-07T04:57:50.949" v="384" actId="14100"/>
          <ac:spMkLst>
            <pc:docMk/>
            <pc:sldMk cId="1490262692" sldId="500"/>
            <ac:spMk id="11" creationId="{497CFA81-7C05-6A08-2BD2-851D92457D9F}"/>
          </ac:spMkLst>
        </pc:spChg>
        <pc:picChg chg="add mod">
          <ac:chgData name="武田　朋也" userId="JYzEnfap9QB4jqrLU0E9Lk6gky9hDWPeLkFG2M+q4Xw=" providerId="None" clId="Web-{9BC40ABF-3120-4AA4-A1C9-845DD58B506D}" dt="2026-07-07T04:56:24.086" v="365" actId="1076"/>
          <ac:picMkLst>
            <pc:docMk/>
            <pc:sldMk cId="1490262692" sldId="500"/>
            <ac:picMk id="3" creationId="{0E52680A-FB62-4F84-9860-6108B9660FC0}"/>
          </ac:picMkLst>
        </pc:picChg>
        <pc:picChg chg="add mod">
          <ac:chgData name="武田　朋也" userId="JYzEnfap9QB4jqrLU0E9Lk6gky9hDWPeLkFG2M+q4Xw=" providerId="None" clId="Web-{9BC40ABF-3120-4AA4-A1C9-845DD58B506D}" dt="2026-07-07T04:56:28.383" v="367" actId="14100"/>
          <ac:picMkLst>
            <pc:docMk/>
            <pc:sldMk cId="1490262692" sldId="500"/>
            <ac:picMk id="5" creationId="{063EA354-E333-84A0-66F3-BAFA1A421546}"/>
          </ac:picMkLst>
        </pc:picChg>
        <pc:picChg chg="add mod">
          <ac:chgData name="武田　朋也" userId="JYzEnfap9QB4jqrLU0E9Lk6gky9hDWPeLkFG2M+q4Xw=" providerId="None" clId="Web-{9BC40ABF-3120-4AA4-A1C9-845DD58B506D}" dt="2026-07-07T04:56:32.149" v="369" actId="14100"/>
          <ac:picMkLst>
            <pc:docMk/>
            <pc:sldMk cId="1490262692" sldId="500"/>
            <ac:picMk id="7" creationId="{B058CA69-B9CB-1025-C1D4-D56DE51E60CD}"/>
          </ac:picMkLst>
        </pc:picChg>
        <pc:picChg chg="add mod">
          <ac:chgData name="武田　朋也" userId="JYzEnfap9QB4jqrLU0E9Lk6gky9hDWPeLkFG2M+q4Xw=" providerId="None" clId="Web-{9BC40ABF-3120-4AA4-A1C9-845DD58B506D}" dt="2026-07-07T04:56:21.992" v="364" actId="14100"/>
          <ac:picMkLst>
            <pc:docMk/>
            <pc:sldMk cId="1490262692" sldId="500"/>
            <ac:picMk id="8" creationId="{A3E90A3A-E6CA-6779-112A-244B25D04F26}"/>
          </ac:picMkLst>
        </pc:picChg>
        <pc:picChg chg="add mod">
          <ac:chgData name="武田　朋也" userId="JYzEnfap9QB4jqrLU0E9Lk6gky9hDWPeLkFG2M+q4Xw=" providerId="None" clId="Web-{9BC40ABF-3120-4AA4-A1C9-845DD58B506D}" dt="2026-07-07T04:56:38.930" v="371" actId="1076"/>
          <ac:picMkLst>
            <pc:docMk/>
            <pc:sldMk cId="1490262692" sldId="500"/>
            <ac:picMk id="9" creationId="{A4FA801C-11F4-3EB2-2768-63AE04BDF753}"/>
          </ac:picMkLst>
        </pc:picChg>
      </pc:sldChg>
      <pc:sldChg chg="addSp delSp modSp add replId">
        <pc:chgData name="武田　朋也" userId="JYzEnfap9QB4jqrLU0E9Lk6gky9hDWPeLkFG2M+q4Xw=" providerId="None" clId="Web-{9BC40ABF-3120-4AA4-A1C9-845DD58B506D}" dt="2026-07-07T05:40:39.748" v="575" actId="20577"/>
        <pc:sldMkLst>
          <pc:docMk/>
          <pc:sldMk cId="3333511336" sldId="501"/>
        </pc:sldMkLst>
        <pc:spChg chg="mod">
          <ac:chgData name="武田　朋也" userId="JYzEnfap9QB4jqrLU0E9Lk6gky9hDWPeLkFG2M+q4Xw=" providerId="None" clId="Web-{9BC40ABF-3120-4AA4-A1C9-845DD58B506D}" dt="2026-07-07T05:40:39.748" v="575" actId="20577"/>
          <ac:spMkLst>
            <pc:docMk/>
            <pc:sldMk cId="3333511336" sldId="501"/>
            <ac:spMk id="6" creationId="{ED117AD8-CEDA-C1D8-F48D-5219D605902E}"/>
          </ac:spMkLst>
        </pc:spChg>
        <pc:picChg chg="add mod modCrop">
          <ac:chgData name="武田　朋也" userId="JYzEnfap9QB4jqrLU0E9Lk6gky9hDWPeLkFG2M+q4Xw=" providerId="None" clId="Web-{9BC40ABF-3120-4AA4-A1C9-845DD58B506D}" dt="2026-07-07T05:33:14.423" v="449" actId="1076"/>
          <ac:picMkLst>
            <pc:docMk/>
            <pc:sldMk cId="3333511336" sldId="501"/>
            <ac:picMk id="10" creationId="{19933246-C860-420A-9790-82F5FAB4DE53}"/>
          </ac:picMkLst>
        </pc:picChg>
      </pc:sldChg>
      <pc:sldChg chg="addSp delSp modSp add ord replId">
        <pc:chgData name="武田　朋也" userId="JYzEnfap9QB4jqrLU0E9Lk6gky9hDWPeLkFG2M+q4Xw=" providerId="None" clId="Web-{9BC40ABF-3120-4AA4-A1C9-845DD58B506D}" dt="2026-07-07T05:39:01.667" v="537" actId="1076"/>
        <pc:sldMkLst>
          <pc:docMk/>
          <pc:sldMk cId="1429130503" sldId="502"/>
        </pc:sldMkLst>
        <pc:spChg chg="mod">
          <ac:chgData name="武田　朋也" userId="JYzEnfap9QB4jqrLU0E9Lk6gky9hDWPeLkFG2M+q4Xw=" providerId="None" clId="Web-{9BC40ABF-3120-4AA4-A1C9-845DD58B506D}" dt="2026-07-07T05:38:58.635" v="536" actId="1076"/>
          <ac:spMkLst>
            <pc:docMk/>
            <pc:sldMk cId="1429130503" sldId="502"/>
            <ac:spMk id="6" creationId="{35FE326D-6406-4023-C92E-892A106511E2}"/>
          </ac:spMkLst>
        </pc:spChg>
        <pc:picChg chg="add mod">
          <ac:chgData name="武田　朋也" userId="JYzEnfap9QB4jqrLU0E9Lk6gky9hDWPeLkFG2M+q4Xw=" providerId="None" clId="Web-{9BC40ABF-3120-4AA4-A1C9-845DD58B506D}" dt="2026-07-07T05:39:01.667" v="537" actId="1076"/>
          <ac:picMkLst>
            <pc:docMk/>
            <pc:sldMk cId="1429130503" sldId="502"/>
            <ac:picMk id="5" creationId="{F46AF59B-01B9-991A-0858-2084E9F0FB4E}"/>
          </ac:picMkLst>
        </pc:picChg>
      </pc:sldChg>
      <pc:sldChg chg="modSp add replId">
        <pc:chgData name="武田　朋也" userId="JYzEnfap9QB4jqrLU0E9Lk6gky9hDWPeLkFG2M+q4Xw=" providerId="None" clId="Web-{9BC40ABF-3120-4AA4-A1C9-845DD58B506D}" dt="2026-07-07T05:46:34.397" v="777" actId="20577"/>
        <pc:sldMkLst>
          <pc:docMk/>
          <pc:sldMk cId="1196950159" sldId="503"/>
        </pc:sldMkLst>
        <pc:spChg chg="mod">
          <ac:chgData name="武田　朋也" userId="JYzEnfap9QB4jqrLU0E9Lk6gky9hDWPeLkFG2M+q4Xw=" providerId="None" clId="Web-{9BC40ABF-3120-4AA4-A1C9-845DD58B506D}" dt="2026-07-07T05:46:34.397" v="777" actId="20577"/>
          <ac:spMkLst>
            <pc:docMk/>
            <pc:sldMk cId="1196950159" sldId="503"/>
            <ac:spMk id="6" creationId="{5F87F382-C7C8-63FC-74B4-788744FBB4D4}"/>
          </ac:spMkLst>
        </pc:spChg>
      </pc:sldChg>
    </pc:docChg>
  </pc:docChgLst>
  <pc:docChgLst>
    <pc:chgData name="武田　朋也" userId="JYzEnfap9QB4jqrLU0E9Lk6gky9hDWPeLkFG2M+q4Xw=" providerId="None" clId="Web-{B565FB74-6F36-4840-91FA-9E59A1576508}"/>
    <pc:docChg chg="addSld modSld">
      <pc:chgData name="武田　朋也" userId="JYzEnfap9QB4jqrLU0E9Lk6gky9hDWPeLkFG2M+q4Xw=" providerId="None" clId="Web-{B565FB74-6F36-4840-91FA-9E59A1576508}" dt="2026-07-27T01:30:27.645" v="674" actId="14100"/>
      <pc:docMkLst>
        <pc:docMk/>
      </pc:docMkLst>
      <pc:sldChg chg="modSp">
        <pc:chgData name="武田　朋也" userId="JYzEnfap9QB4jqrLU0E9Lk6gky9hDWPeLkFG2M+q4Xw=" providerId="None" clId="Web-{B565FB74-6F36-4840-91FA-9E59A1576508}" dt="2026-07-26T23:56:21.250" v="13" actId="20577"/>
        <pc:sldMkLst>
          <pc:docMk/>
          <pc:sldMk cId="2128380218" sldId="256"/>
        </pc:sldMkLst>
        <pc:spChg chg="mod">
          <ac:chgData name="武田　朋也" userId="JYzEnfap9QB4jqrLU0E9Lk6gky9hDWPeLkFG2M+q4Xw=" providerId="None" clId="Web-{B565FB74-6F36-4840-91FA-9E59A1576508}" dt="2026-07-26T23:56:21.250" v="13" actId="20577"/>
          <ac:spMkLst>
            <pc:docMk/>
            <pc:sldMk cId="2128380218" sldId="256"/>
            <ac:spMk id="3" creationId="{00000000-0000-0000-0000-000000000000}"/>
          </ac:spMkLst>
        </pc:spChg>
      </pc:sldChg>
      <pc:sldChg chg="modSp">
        <pc:chgData name="武田　朋也" userId="JYzEnfap9QB4jqrLU0E9Lk6gky9hDWPeLkFG2M+q4Xw=" providerId="None" clId="Web-{B565FB74-6F36-4840-91FA-9E59A1576508}" dt="2026-07-27T01:29:30.942" v="670" actId="20577"/>
        <pc:sldMkLst>
          <pc:docMk/>
          <pc:sldMk cId="1293478183" sldId="258"/>
        </pc:sldMkLst>
        <pc:spChg chg="mod">
          <ac:chgData name="武田　朋也" userId="JYzEnfap9QB4jqrLU0E9Lk6gky9hDWPeLkFG2M+q4Xw=" providerId="None" clId="Web-{B565FB74-6F36-4840-91FA-9E59A1576508}" dt="2026-07-27T01:29:30.942" v="670" actId="20577"/>
          <ac:spMkLst>
            <pc:docMk/>
            <pc:sldMk cId="1293478183" sldId="258"/>
            <ac:spMk id="3" creationId="{40909D7F-D918-AFC8-B8E4-EDE9B0B03320}"/>
          </ac:spMkLst>
        </pc:spChg>
      </pc:sldChg>
      <pc:sldChg chg="addSp delSp modSp">
        <pc:chgData name="武田　朋也" userId="JYzEnfap9QB4jqrLU0E9Lk6gky9hDWPeLkFG2M+q4Xw=" providerId="None" clId="Web-{B565FB74-6F36-4840-91FA-9E59A1576508}" dt="2026-07-27T00:03:55.161" v="168" actId="14100"/>
        <pc:sldMkLst>
          <pc:docMk/>
          <pc:sldMk cId="2781478633" sldId="460"/>
        </pc:sldMkLst>
        <pc:spChg chg="add mod">
          <ac:chgData name="武田　朋也" userId="JYzEnfap9QB4jqrLU0E9Lk6gky9hDWPeLkFG2M+q4Xw=" providerId="None" clId="Web-{B565FB74-6F36-4840-91FA-9E59A1576508}" dt="2026-07-27T00:03:55.161" v="168" actId="14100"/>
          <ac:spMkLst>
            <pc:docMk/>
            <pc:sldMk cId="2781478633" sldId="460"/>
            <ac:spMk id="9" creationId="{A1AB6AEA-B2F0-CBEB-F05C-C9EF4E69A452}"/>
          </ac:spMkLst>
        </pc:spChg>
        <pc:spChg chg="mod">
          <ac:chgData name="武田　朋也" userId="JYzEnfap9QB4jqrLU0E9Lk6gky9hDWPeLkFG2M+q4Xw=" providerId="None" clId="Web-{B565FB74-6F36-4840-91FA-9E59A1576508}" dt="2026-07-27T00:02:40.704" v="126" actId="1076"/>
          <ac:spMkLst>
            <pc:docMk/>
            <pc:sldMk cId="2781478633" sldId="460"/>
            <ac:spMk id="10" creationId="{B19619DB-A025-8CB7-F053-AED802EE6249}"/>
          </ac:spMkLst>
        </pc:spChg>
        <pc:spChg chg="add mod">
          <ac:chgData name="武田　朋也" userId="JYzEnfap9QB4jqrLU0E9Lk6gky9hDWPeLkFG2M+q4Xw=" providerId="None" clId="Web-{B565FB74-6F36-4840-91FA-9E59A1576508}" dt="2026-07-27T00:03:48.426" v="164" actId="20577"/>
          <ac:spMkLst>
            <pc:docMk/>
            <pc:sldMk cId="2781478633" sldId="460"/>
            <ac:spMk id="13" creationId="{B634CA8D-8BDE-264C-FECB-9F2E074E8B8C}"/>
          </ac:spMkLst>
        </pc:spChg>
        <pc:cxnChg chg="add mod">
          <ac:chgData name="武田　朋也" userId="JYzEnfap9QB4jqrLU0E9Lk6gky9hDWPeLkFG2M+q4Xw=" providerId="None" clId="Web-{B565FB74-6F36-4840-91FA-9E59A1576508}" dt="2026-07-27T00:02:19.281" v="114"/>
          <ac:cxnSpMkLst>
            <pc:docMk/>
            <pc:sldMk cId="2781478633" sldId="460"/>
            <ac:cxnSpMk id="2" creationId="{6491B59A-7563-407D-76F7-2838F4E74B8B}"/>
          </ac:cxnSpMkLst>
        </pc:cxnChg>
        <pc:cxnChg chg="add del mod">
          <ac:chgData name="武田　朋也" userId="JYzEnfap9QB4jqrLU0E9Lk6gky9hDWPeLkFG2M+q4Xw=" providerId="None" clId="Web-{B565FB74-6F36-4840-91FA-9E59A1576508}" dt="2026-07-27T00:02:52.064" v="128"/>
          <ac:cxnSpMkLst>
            <pc:docMk/>
            <pc:sldMk cId="2781478633" sldId="460"/>
            <ac:cxnSpMk id="3" creationId="{9D3A6245-103B-E4D7-31BC-B1CCA267D5E8}"/>
          </ac:cxnSpMkLst>
        </pc:cxnChg>
        <pc:cxnChg chg="add del mod">
          <ac:chgData name="武田　朋也" userId="JYzEnfap9QB4jqrLU0E9Lk6gky9hDWPeLkFG2M+q4Xw=" providerId="None" clId="Web-{B565FB74-6F36-4840-91FA-9E59A1576508}" dt="2026-07-27T00:02:57.642" v="130"/>
          <ac:cxnSpMkLst>
            <pc:docMk/>
            <pc:sldMk cId="2781478633" sldId="460"/>
            <ac:cxnSpMk id="6" creationId="{A3870669-D293-615D-E8C3-D9F6FF44A9B2}"/>
          </ac:cxnSpMkLst>
        </pc:cxnChg>
      </pc:sldChg>
      <pc:sldChg chg="modSp">
        <pc:chgData name="武田　朋也" userId="JYzEnfap9QB4jqrLU0E9Lk6gky9hDWPeLkFG2M+q4Xw=" providerId="None" clId="Web-{B565FB74-6F36-4840-91FA-9E59A1576508}" dt="2026-07-27T00:01:42.326" v="109" actId="20577"/>
        <pc:sldMkLst>
          <pc:docMk/>
          <pc:sldMk cId="3817747726" sldId="477"/>
        </pc:sldMkLst>
        <pc:spChg chg="mod">
          <ac:chgData name="武田　朋也" userId="JYzEnfap9QB4jqrLU0E9Lk6gky9hDWPeLkFG2M+q4Xw=" providerId="None" clId="Web-{B565FB74-6F36-4840-91FA-9E59A1576508}" dt="2026-07-27T00:01:42.326" v="109" actId="20577"/>
          <ac:spMkLst>
            <pc:docMk/>
            <pc:sldMk cId="3817747726" sldId="477"/>
            <ac:spMk id="2" creationId="{6FC98C6E-0081-DD81-6D81-00D37B8AC13A}"/>
          </ac:spMkLst>
        </pc:spChg>
        <pc:spChg chg="mod">
          <ac:chgData name="武田　朋也" userId="JYzEnfap9QB4jqrLU0E9Lk6gky9hDWPeLkFG2M+q4Xw=" providerId="None" clId="Web-{B565FB74-6F36-4840-91FA-9E59A1576508}" dt="2026-07-27T00:00:32.086" v="80" actId="20577"/>
          <ac:spMkLst>
            <pc:docMk/>
            <pc:sldMk cId="3817747726" sldId="477"/>
            <ac:spMk id="6" creationId="{D431EA53-7BB8-03F4-B448-C8157D8852DF}"/>
          </ac:spMkLst>
        </pc:spChg>
      </pc:sldChg>
      <pc:sldChg chg="modSp">
        <pc:chgData name="武田　朋也" userId="JYzEnfap9QB4jqrLU0E9Lk6gky9hDWPeLkFG2M+q4Xw=" providerId="None" clId="Web-{B565FB74-6F36-4840-91FA-9E59A1576508}" dt="2026-07-27T00:06:14.963" v="185" actId="20577"/>
        <pc:sldMkLst>
          <pc:docMk/>
          <pc:sldMk cId="2975450391" sldId="481"/>
        </pc:sldMkLst>
        <pc:spChg chg="mod">
          <ac:chgData name="武田　朋也" userId="JYzEnfap9QB4jqrLU0E9Lk6gky9hDWPeLkFG2M+q4Xw=" providerId="None" clId="Web-{B565FB74-6F36-4840-91FA-9E59A1576508}" dt="2026-07-27T00:04:12.380" v="170" actId="20577"/>
          <ac:spMkLst>
            <pc:docMk/>
            <pc:sldMk cId="2975450391" sldId="481"/>
            <ac:spMk id="2" creationId="{817CC875-234B-E726-05D6-12064A8A1523}"/>
          </ac:spMkLst>
        </pc:spChg>
        <pc:spChg chg="mod">
          <ac:chgData name="武田　朋也" userId="JYzEnfap9QB4jqrLU0E9Lk6gky9hDWPeLkFG2M+q4Xw=" providerId="None" clId="Web-{B565FB74-6F36-4840-91FA-9E59A1576508}" dt="2026-07-27T00:06:14.963" v="185" actId="20577"/>
          <ac:spMkLst>
            <pc:docMk/>
            <pc:sldMk cId="2975450391" sldId="481"/>
            <ac:spMk id="6" creationId="{388E1078-D78F-3912-9082-ED01ED421DB4}"/>
          </ac:spMkLst>
        </pc:spChg>
      </pc:sldChg>
      <pc:sldChg chg="modSp">
        <pc:chgData name="武田　朋也" userId="JYzEnfap9QB4jqrLU0E9Lk6gky9hDWPeLkFG2M+q4Xw=" providerId="None" clId="Web-{B565FB74-6F36-4840-91FA-9E59A1576508}" dt="2026-07-26T23:57:06.078" v="17" actId="20577"/>
        <pc:sldMkLst>
          <pc:docMk/>
          <pc:sldMk cId="2897191030" sldId="493"/>
        </pc:sldMkLst>
        <pc:spChg chg="mod">
          <ac:chgData name="武田　朋也" userId="JYzEnfap9QB4jqrLU0E9Lk6gky9hDWPeLkFG2M+q4Xw=" providerId="None" clId="Web-{B565FB74-6F36-4840-91FA-9E59A1576508}" dt="2026-07-26T23:57:06.078" v="17" actId="20577"/>
          <ac:spMkLst>
            <pc:docMk/>
            <pc:sldMk cId="2897191030" sldId="493"/>
            <ac:spMk id="2" creationId="{D5110966-1435-86FD-33A8-6B57CA58FF30}"/>
          </ac:spMkLst>
        </pc:spChg>
      </pc:sldChg>
      <pc:sldChg chg="modSp">
        <pc:chgData name="武田　朋也" userId="JYzEnfap9QB4jqrLU0E9Lk6gky9hDWPeLkFG2M+q4Xw=" providerId="None" clId="Web-{B565FB74-6F36-4840-91FA-9E59A1576508}" dt="2026-07-27T00:01:05.417" v="86" actId="20577"/>
        <pc:sldMkLst>
          <pc:docMk/>
          <pc:sldMk cId="3739401518" sldId="495"/>
        </pc:sldMkLst>
        <pc:spChg chg="mod">
          <ac:chgData name="武田　朋也" userId="JYzEnfap9QB4jqrLU0E9Lk6gky9hDWPeLkFG2M+q4Xw=" providerId="None" clId="Web-{B565FB74-6F36-4840-91FA-9E59A1576508}" dt="2026-07-27T00:00:58.682" v="83" actId="20577"/>
          <ac:spMkLst>
            <pc:docMk/>
            <pc:sldMk cId="3739401518" sldId="495"/>
            <ac:spMk id="2" creationId="{9FA265C2-DC95-DF99-F108-2581AE989CAC}"/>
          </ac:spMkLst>
        </pc:spChg>
        <pc:spChg chg="mod">
          <ac:chgData name="武田　朋也" userId="JYzEnfap9QB4jqrLU0E9Lk6gky9hDWPeLkFG2M+q4Xw=" providerId="None" clId="Web-{B565FB74-6F36-4840-91FA-9E59A1576508}" dt="2026-07-27T00:01:05.417" v="86" actId="20577"/>
          <ac:spMkLst>
            <pc:docMk/>
            <pc:sldMk cId="3739401518" sldId="495"/>
            <ac:spMk id="6" creationId="{5ACEFC57-8D21-889F-020E-F708B85D9585}"/>
          </ac:spMkLst>
        </pc:spChg>
      </pc:sldChg>
      <pc:sldChg chg="modSp">
        <pc:chgData name="武田　朋也" userId="JYzEnfap9QB4jqrLU0E9Lk6gky9hDWPeLkFG2M+q4Xw=" providerId="None" clId="Web-{B565FB74-6F36-4840-91FA-9E59A1576508}" dt="2026-07-27T00:11:24.360" v="278" actId="1076"/>
        <pc:sldMkLst>
          <pc:docMk/>
          <pc:sldMk cId="1490262692" sldId="500"/>
        </pc:sldMkLst>
        <pc:spChg chg="mod">
          <ac:chgData name="武田　朋也" userId="JYzEnfap9QB4jqrLU0E9Lk6gky9hDWPeLkFG2M+q4Xw=" providerId="None" clId="Web-{B565FB74-6F36-4840-91FA-9E59A1576508}" dt="2026-07-27T00:10:36.234" v="262" actId="1076"/>
          <ac:spMkLst>
            <pc:docMk/>
            <pc:sldMk cId="1490262692" sldId="500"/>
            <ac:spMk id="2" creationId="{BEBD6BD1-5E04-A258-F3D0-8057FB30EF9C}"/>
          </ac:spMkLst>
        </pc:spChg>
        <pc:spChg chg="mod">
          <ac:chgData name="武田　朋也" userId="JYzEnfap9QB4jqrLU0E9Lk6gky9hDWPeLkFG2M+q4Xw=" providerId="None" clId="Web-{B565FB74-6F36-4840-91FA-9E59A1576508}" dt="2026-07-27T00:10:56.797" v="266" actId="20577"/>
          <ac:spMkLst>
            <pc:docMk/>
            <pc:sldMk cId="1490262692" sldId="500"/>
            <ac:spMk id="6" creationId="{9843CD6E-B952-5B8E-0888-D60FD81EDB69}"/>
          </ac:spMkLst>
        </pc:spChg>
        <pc:spChg chg="mod">
          <ac:chgData name="武田　朋也" userId="JYzEnfap9QB4jqrLU0E9Lk6gky9hDWPeLkFG2M+q4Xw=" providerId="None" clId="Web-{B565FB74-6F36-4840-91FA-9E59A1576508}" dt="2026-07-27T00:11:24.360" v="278" actId="1076"/>
          <ac:spMkLst>
            <pc:docMk/>
            <pc:sldMk cId="1490262692" sldId="500"/>
            <ac:spMk id="11" creationId="{497CFA81-7C05-6A08-2BD2-851D92457D9F}"/>
          </ac:spMkLst>
        </pc:spChg>
        <pc:picChg chg="mod">
          <ac:chgData name="武田　朋也" userId="JYzEnfap9QB4jqrLU0E9Lk6gky9hDWPeLkFG2M+q4Xw=" providerId="None" clId="Web-{B565FB74-6F36-4840-91FA-9E59A1576508}" dt="2026-07-27T00:10:20.468" v="259" actId="1076"/>
          <ac:picMkLst>
            <pc:docMk/>
            <pc:sldMk cId="1490262692" sldId="500"/>
            <ac:picMk id="8" creationId="{A3E90A3A-E6CA-6779-112A-244B25D04F26}"/>
          </ac:picMkLst>
        </pc:picChg>
        <pc:picChg chg="mod">
          <ac:chgData name="武田　朋也" userId="JYzEnfap9QB4jqrLU0E9Lk6gky9hDWPeLkFG2M+q4Xw=" providerId="None" clId="Web-{B565FB74-6F36-4840-91FA-9E59A1576508}" dt="2026-07-27T00:10:22.968" v="260" actId="1076"/>
          <ac:picMkLst>
            <pc:docMk/>
            <pc:sldMk cId="1490262692" sldId="500"/>
            <ac:picMk id="9" creationId="{A4FA801C-11F4-3EB2-2768-63AE04BDF753}"/>
          </ac:picMkLst>
        </pc:picChg>
      </pc:sldChg>
      <pc:sldChg chg="addSp delSp modSp">
        <pc:chgData name="武田　朋也" userId="JYzEnfap9QB4jqrLU0E9Lk6gky9hDWPeLkFG2M+q4Xw=" providerId="None" clId="Web-{B565FB74-6F36-4840-91FA-9E59A1576508}" dt="2026-07-27T01:30:27.645" v="674" actId="14100"/>
        <pc:sldMkLst>
          <pc:docMk/>
          <pc:sldMk cId="3333511336" sldId="501"/>
        </pc:sldMkLst>
        <pc:spChg chg="del">
          <ac:chgData name="武田　朋也" userId="JYzEnfap9QB4jqrLU0E9Lk6gky9hDWPeLkFG2M+q4Xw=" providerId="None" clId="Web-{B565FB74-6F36-4840-91FA-9E59A1576508}" dt="2026-07-27T00:11:42.235" v="279"/>
          <ac:spMkLst>
            <pc:docMk/>
            <pc:sldMk cId="3333511336" sldId="501"/>
            <ac:spMk id="2" creationId="{DFCBB3AF-4D5E-BD08-F55F-9F7CD07E378D}"/>
          </ac:spMkLst>
        </pc:spChg>
        <pc:spChg chg="add mod">
          <ac:chgData name="武田　朋也" userId="JYzEnfap9QB4jqrLU0E9Lk6gky9hDWPeLkFG2M+q4Xw=" providerId="None" clId="Web-{B565FB74-6F36-4840-91FA-9E59A1576508}" dt="2026-07-27T01:30:27.645" v="674" actId="14100"/>
          <ac:spMkLst>
            <pc:docMk/>
            <pc:sldMk cId="3333511336" sldId="501"/>
            <ac:spMk id="3" creationId="{6C780648-14ED-251D-4661-5E260433767E}"/>
          </ac:spMkLst>
        </pc:spChg>
        <pc:spChg chg="add del mod">
          <ac:chgData name="武田　朋也" userId="JYzEnfap9QB4jqrLU0E9Lk6gky9hDWPeLkFG2M+q4Xw=" providerId="None" clId="Web-{B565FB74-6F36-4840-91FA-9E59A1576508}" dt="2026-07-27T00:11:46.438" v="280"/>
          <ac:spMkLst>
            <pc:docMk/>
            <pc:sldMk cId="3333511336" sldId="501"/>
            <ac:spMk id="4" creationId="{ECB6583B-4AA9-C221-310A-86B85577C9DB}"/>
          </ac:spMkLst>
        </pc:spChg>
        <pc:spChg chg="add mod">
          <ac:chgData name="武田　朋也" userId="JYzEnfap9QB4jqrLU0E9Lk6gky9hDWPeLkFG2M+q4Xw=" providerId="None" clId="Web-{B565FB74-6F36-4840-91FA-9E59A1576508}" dt="2026-07-27T00:13:49.956" v="287" actId="1076"/>
          <ac:spMkLst>
            <pc:docMk/>
            <pc:sldMk cId="3333511336" sldId="501"/>
            <ac:spMk id="7" creationId="{A272F355-4575-67D6-03F5-96985C7692D2}"/>
          </ac:spMkLst>
        </pc:spChg>
        <pc:picChg chg="mod">
          <ac:chgData name="武田　朋也" userId="JYzEnfap9QB4jqrLU0E9Lk6gky9hDWPeLkFG2M+q4Xw=" providerId="None" clId="Web-{B565FB74-6F36-4840-91FA-9E59A1576508}" dt="2026-07-27T00:13:55.956" v="288" actId="1076"/>
          <ac:picMkLst>
            <pc:docMk/>
            <pc:sldMk cId="3333511336" sldId="501"/>
            <ac:picMk id="10" creationId="{19933246-C860-420A-9790-82F5FAB4DE53}"/>
          </ac:picMkLst>
        </pc:picChg>
      </pc:sldChg>
      <pc:sldChg chg="addSp modSp">
        <pc:chgData name="武田　朋也" userId="JYzEnfap9QB4jqrLU0E9Lk6gky9hDWPeLkFG2M+q4Xw=" providerId="None" clId="Web-{B565FB74-6F36-4840-91FA-9E59A1576508}" dt="2026-07-27T00:55:38.248" v="661" actId="20577"/>
        <pc:sldMkLst>
          <pc:docMk/>
          <pc:sldMk cId="1429130503" sldId="502"/>
        </pc:sldMkLst>
        <pc:spChg chg="mod">
          <ac:chgData name="武田　朋也" userId="JYzEnfap9QB4jqrLU0E9Lk6gky9hDWPeLkFG2M+q4Xw=" providerId="None" clId="Web-{B565FB74-6F36-4840-91FA-9E59A1576508}" dt="2026-07-27T00:20:04.302" v="336" actId="20577"/>
          <ac:spMkLst>
            <pc:docMk/>
            <pc:sldMk cId="1429130503" sldId="502"/>
            <ac:spMk id="2" creationId="{0ACBBA90-B234-A79F-C1BB-70138900CD87}"/>
          </ac:spMkLst>
        </pc:spChg>
        <pc:spChg chg="mod">
          <ac:chgData name="武田　朋也" userId="JYzEnfap9QB4jqrLU0E9Lk6gky9hDWPeLkFG2M+q4Xw=" providerId="None" clId="Web-{B565FB74-6F36-4840-91FA-9E59A1576508}" dt="2026-07-27T00:55:38.248" v="661" actId="20577"/>
          <ac:spMkLst>
            <pc:docMk/>
            <pc:sldMk cId="1429130503" sldId="502"/>
            <ac:spMk id="6" creationId="{35FE326D-6406-4023-C92E-892A106511E2}"/>
          </ac:spMkLst>
        </pc:spChg>
        <pc:spChg chg="add mod">
          <ac:chgData name="武田　朋也" userId="JYzEnfap9QB4jqrLU0E9Lk6gky9hDWPeLkFG2M+q4Xw=" providerId="None" clId="Web-{B565FB74-6F36-4840-91FA-9E59A1576508}" dt="2026-07-27T00:26:47.001" v="494" actId="20577"/>
          <ac:spMkLst>
            <pc:docMk/>
            <pc:sldMk cId="1429130503" sldId="502"/>
            <ac:spMk id="7" creationId="{F60393FB-1C36-1CF7-C379-2D3783DF90E4}"/>
          </ac:spMkLst>
        </pc:spChg>
        <pc:spChg chg="add mod">
          <ac:chgData name="武田　朋也" userId="JYzEnfap9QB4jqrLU0E9Lk6gky9hDWPeLkFG2M+q4Xw=" providerId="None" clId="Web-{B565FB74-6F36-4840-91FA-9E59A1576508}" dt="2026-07-27T00:27:05.283" v="504" actId="20577"/>
          <ac:spMkLst>
            <pc:docMk/>
            <pc:sldMk cId="1429130503" sldId="502"/>
            <ac:spMk id="8" creationId="{B808B927-9A06-D1E4-CD8C-2BA02421AD20}"/>
          </ac:spMkLst>
        </pc:spChg>
        <pc:picChg chg="mod">
          <ac:chgData name="武田　朋也" userId="JYzEnfap9QB4jqrLU0E9Lk6gky9hDWPeLkFG2M+q4Xw=" providerId="None" clId="Web-{B565FB74-6F36-4840-91FA-9E59A1576508}" dt="2026-07-27T00:26:52.642" v="495" actId="1076"/>
          <ac:picMkLst>
            <pc:docMk/>
            <pc:sldMk cId="1429130503" sldId="502"/>
            <ac:picMk id="5" creationId="{F46AF59B-01B9-991A-0858-2084E9F0FB4E}"/>
          </ac:picMkLst>
        </pc:picChg>
      </pc:sldChg>
      <pc:sldChg chg="modSp">
        <pc:chgData name="武田　朋也" userId="JYzEnfap9QB4jqrLU0E9Lk6gky9hDWPeLkFG2M+q4Xw=" providerId="None" clId="Web-{B565FB74-6F36-4840-91FA-9E59A1576508}" dt="2026-07-27T00:34:25.107" v="642" actId="20577"/>
        <pc:sldMkLst>
          <pc:docMk/>
          <pc:sldMk cId="1196950159" sldId="503"/>
        </pc:sldMkLst>
        <pc:spChg chg="mod">
          <ac:chgData name="武田　朋也" userId="JYzEnfap9QB4jqrLU0E9Lk6gky9hDWPeLkFG2M+q4Xw=" providerId="None" clId="Web-{B565FB74-6F36-4840-91FA-9E59A1576508}" dt="2026-07-27T00:27:26.315" v="508" actId="20577"/>
          <ac:spMkLst>
            <pc:docMk/>
            <pc:sldMk cId="1196950159" sldId="503"/>
            <ac:spMk id="2" creationId="{2EFB83B4-5E88-FC9D-2668-FFCA45C50055}"/>
          </ac:spMkLst>
        </pc:spChg>
        <pc:spChg chg="mod">
          <ac:chgData name="武田　朋也" userId="JYzEnfap9QB4jqrLU0E9Lk6gky9hDWPeLkFG2M+q4Xw=" providerId="None" clId="Web-{B565FB74-6F36-4840-91FA-9E59A1576508}" dt="2026-07-27T00:34:25.107" v="642" actId="20577"/>
          <ac:spMkLst>
            <pc:docMk/>
            <pc:sldMk cId="1196950159" sldId="503"/>
            <ac:spMk id="6" creationId="{5F87F382-C7C8-63FC-74B4-788744FBB4D4}"/>
          </ac:spMkLst>
        </pc:spChg>
      </pc:sldChg>
      <pc:sldChg chg="modSp add replId">
        <pc:chgData name="武田　朋也" userId="JYzEnfap9QB4jqrLU0E9Lk6gky9hDWPeLkFG2M+q4Xw=" providerId="None" clId="Web-{B565FB74-6F36-4840-91FA-9E59A1576508}" dt="2026-07-27T00:35:53.082" v="660" actId="20577"/>
        <pc:sldMkLst>
          <pc:docMk/>
          <pc:sldMk cId="398259039" sldId="504"/>
        </pc:sldMkLst>
        <pc:spChg chg="mod">
          <ac:chgData name="武田　朋也" userId="JYzEnfap9QB4jqrLU0E9Lk6gky9hDWPeLkFG2M+q4Xw=" providerId="None" clId="Web-{B565FB74-6F36-4840-91FA-9E59A1576508}" dt="2026-07-27T00:35:33.221" v="654" actId="20577"/>
          <ac:spMkLst>
            <pc:docMk/>
            <pc:sldMk cId="398259039" sldId="504"/>
            <ac:spMk id="2" creationId="{4096DE75-86F8-160C-8522-432211064251}"/>
          </ac:spMkLst>
        </pc:spChg>
        <pc:spChg chg="mod">
          <ac:chgData name="武田　朋也" userId="JYzEnfap9QB4jqrLU0E9Lk6gky9hDWPeLkFG2M+q4Xw=" providerId="None" clId="Web-{B565FB74-6F36-4840-91FA-9E59A1576508}" dt="2026-07-27T00:35:53.082" v="660" actId="20577"/>
          <ac:spMkLst>
            <pc:docMk/>
            <pc:sldMk cId="398259039" sldId="504"/>
            <ac:spMk id="6" creationId="{DC470DC5-D106-8D29-82C1-FBC55158A7D4}"/>
          </ac:spMkLst>
        </pc:spChg>
      </pc:sldChg>
      <pc:sldChg chg="delSp modSp add replId">
        <pc:chgData name="武田　朋也" userId="JYzEnfap9QB4jqrLU0E9Lk6gky9hDWPeLkFG2M+q4Xw=" providerId="None" clId="Web-{B565FB74-6F36-4840-91FA-9E59A1576508}" dt="2026-07-27T01:17:38.440" v="669"/>
        <pc:sldMkLst>
          <pc:docMk/>
          <pc:sldMk cId="3278989661" sldId="505"/>
        </pc:sldMkLst>
        <pc:spChg chg="mod">
          <ac:chgData name="武田　朋也" userId="JYzEnfap9QB4jqrLU0E9Lk6gky9hDWPeLkFG2M+q4Xw=" providerId="None" clId="Web-{B565FB74-6F36-4840-91FA-9E59A1576508}" dt="2026-07-27T01:17:19.503" v="664" actId="20577"/>
          <ac:spMkLst>
            <pc:docMk/>
            <pc:sldMk cId="3278989661" sldId="505"/>
            <ac:spMk id="2" creationId="{1BBEF495-DEDB-83D9-67D7-05436ACA1A75}"/>
          </ac:spMkLst>
        </pc:spChg>
        <pc:spChg chg="del mod">
          <ac:chgData name="武田　朋也" userId="JYzEnfap9QB4jqrLU0E9Lk6gky9hDWPeLkFG2M+q4Xw=" providerId="None" clId="Web-{B565FB74-6F36-4840-91FA-9E59A1576508}" dt="2026-07-27T01:17:38.440" v="669"/>
          <ac:spMkLst>
            <pc:docMk/>
            <pc:sldMk cId="3278989661" sldId="505"/>
            <ac:spMk id="12" creationId="{FCC2F89B-4002-7A98-A4FB-E2CFE3ECDD73}"/>
          </ac:spMkLst>
        </pc:spChg>
        <pc:spChg chg="del">
          <ac:chgData name="武田　朋也" userId="JYzEnfap9QB4jqrLU0E9Lk6gky9hDWPeLkFG2M+q4Xw=" providerId="None" clId="Web-{B565FB74-6F36-4840-91FA-9E59A1576508}" dt="2026-07-27T01:17:32.894" v="667"/>
          <ac:spMkLst>
            <pc:docMk/>
            <pc:sldMk cId="3278989661" sldId="505"/>
            <ac:spMk id="13" creationId="{D331ECF7-68DC-D540-0AF0-1A60BE003717}"/>
          </ac:spMkLst>
        </pc:spChg>
        <pc:spChg chg="del">
          <ac:chgData name="武田　朋也" userId="JYzEnfap9QB4jqrLU0E9Lk6gky9hDWPeLkFG2M+q4Xw=" providerId="None" clId="Web-{B565FB74-6F36-4840-91FA-9E59A1576508}" dt="2026-07-27T01:17:27.190" v="666"/>
          <ac:spMkLst>
            <pc:docMk/>
            <pc:sldMk cId="3278989661" sldId="505"/>
            <ac:spMk id="15" creationId="{B02B2F5F-FF30-FD3D-F2B1-00EC1C262979}"/>
          </ac:spMkLst>
        </pc:spChg>
        <pc:picChg chg="mod">
          <ac:chgData name="武田　朋也" userId="JYzEnfap9QB4jqrLU0E9Lk6gky9hDWPeLkFG2M+q4Xw=" providerId="None" clId="Web-{B565FB74-6F36-4840-91FA-9E59A1576508}" dt="2026-07-27T01:17:25.112" v="665" actId="1076"/>
          <ac:picMkLst>
            <pc:docMk/>
            <pc:sldMk cId="3278989661" sldId="505"/>
            <ac:picMk id="6" creationId="{95FE3B02-1DF4-F22A-5F7A-561AB14A6977}"/>
          </ac:picMkLst>
        </pc:picChg>
      </pc:sldChg>
    </pc:docChg>
  </pc:docChgLst>
  <pc:docChgLst>
    <pc:chgData clId="Web-{9BC40ABF-3120-4AA4-A1C9-845DD58B506D}"/>
    <pc:docChg chg="modSld">
      <pc:chgData name="" userId="" providerId="" clId="Web-{9BC40ABF-3120-4AA4-A1C9-845DD58B506D}" dt="2026-07-07T04:35:06.976" v="7" actId="20577"/>
      <pc:docMkLst>
        <pc:docMk/>
      </pc:docMkLst>
      <pc:sldChg chg="modSp">
        <pc:chgData name="" userId="" providerId="" clId="Web-{9BC40ABF-3120-4AA4-A1C9-845DD58B506D}" dt="2026-07-07T04:35:06.976" v="7" actId="20577"/>
        <pc:sldMkLst>
          <pc:docMk/>
          <pc:sldMk cId="2128380218" sldId="256"/>
        </pc:sldMkLst>
        <pc:spChg chg="mod">
          <ac:chgData name="" userId="" providerId="" clId="Web-{9BC40ABF-3120-4AA4-A1C9-845DD58B506D}" dt="2026-07-07T04:35:06.976" v="7" actId="20577"/>
          <ac:spMkLst>
            <pc:docMk/>
            <pc:sldMk cId="2128380218"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E2C62F-F9D7-4F05-9CCD-10F7B1FB55A5}" type="datetimeFigureOut">
              <a:rPr kumimoji="1" lang="ja-JP" altLang="en-US" smtClean="0"/>
              <a:t>2026/8/24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4BD8CB-0792-44E5-9A9C-E7F509FDB365}" type="slidenum">
              <a:rPr kumimoji="1" lang="ja-JP" altLang="en-US" smtClean="0"/>
              <a:t>‹#›</a:t>
            </a:fld>
            <a:endParaRPr kumimoji="1" lang="ja-JP" altLang="en-US"/>
          </a:p>
        </p:txBody>
      </p:sp>
    </p:spTree>
    <p:extLst>
      <p:ext uri="{BB962C8B-B14F-4D97-AF65-F5344CB8AC3E}">
        <p14:creationId xmlns:p14="http://schemas.microsoft.com/office/powerpoint/2010/main" val="177523291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2026/8/24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pPr marL="0" lvl="0" indent="0" algn="r" rtl="0">
                <a:spcBef>
                  <a:spcPts val="0"/>
                </a:spcBef>
                <a:spcAft>
                  <a:spcPts val="0"/>
                </a:spcAft>
                <a:buNone/>
              </a:pPr>
              <a:t>‹#›</a:t>
            </a:fld>
            <a:endParaRPr/>
          </a:p>
        </p:txBody>
      </p:sp>
    </p:spTree>
    <p:extLst>
      <p:ext uri="{BB962C8B-B14F-4D97-AF65-F5344CB8AC3E}">
        <p14:creationId xmlns:p14="http://schemas.microsoft.com/office/powerpoint/2010/main" val="35793090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kumimoji="1" lang="ja-JP" altLang="en-US" smtClean="0"/>
              <a:t>2026/8/24</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97A7"/>
        </a:solid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a:solidFill>
                  <a:schemeClr val="bg1">
                    <a:lumMod val="95000"/>
                  </a:schemeClr>
                </a:solidFill>
                <a:ea typeface="ＭＳ Ｐゴシック"/>
              </a:rPr>
              <a:t>進捗報告</a:t>
            </a:r>
          </a:p>
        </p:txBody>
      </p:sp>
      <p:sp>
        <p:nvSpPr>
          <p:cNvPr id="3" name="サブタイトル 2"/>
          <p:cNvSpPr>
            <a:spLocks noGrp="1"/>
          </p:cNvSpPr>
          <p:nvPr>
            <p:ph type="subTitle" idx="1"/>
          </p:nvPr>
        </p:nvSpPr>
        <p:spPr>
          <a:xfrm>
            <a:off x="1524000" y="4497388"/>
            <a:ext cx="9144000" cy="1655762"/>
          </a:xfrm>
        </p:spPr>
        <p:txBody>
          <a:bodyPr vert="horz" lIns="91440" tIns="45720" rIns="91440" bIns="45720" rtlCol="0" anchor="t">
            <a:normAutofit lnSpcReduction="10000"/>
          </a:bodyPr>
          <a:lstStyle/>
          <a:p>
            <a:pPr algn="r"/>
            <a:endParaRPr lang="ja-JP" altLang="en-US" dirty="0">
              <a:solidFill>
                <a:schemeClr val="tx1">
                  <a:lumMod val="65000"/>
                  <a:lumOff val="35000"/>
                </a:schemeClr>
              </a:solidFill>
              <a:ea typeface="ＭＳ Ｐゴシック"/>
            </a:endParaRPr>
          </a:p>
          <a:p>
            <a:pPr algn="r"/>
            <a:r>
              <a:rPr lang="ja-JP" altLang="en-US">
                <a:solidFill>
                  <a:schemeClr val="bg1">
                    <a:lumMod val="95000"/>
                  </a:schemeClr>
                </a:solidFill>
                <a:ea typeface="ＭＳ Ｐゴシック"/>
              </a:rPr>
              <a:t>SNS Meeting 2026 </a:t>
            </a:r>
            <a:r>
              <a:rPr lang="en-US" altLang="ja-JP" dirty="0">
                <a:solidFill>
                  <a:schemeClr val="bg1">
                    <a:lumMod val="95000"/>
                  </a:schemeClr>
                </a:solidFill>
                <a:ea typeface="ＭＳ Ｐゴシック"/>
              </a:rPr>
              <a:t>8</a:t>
            </a:r>
            <a:r>
              <a:rPr lang="ja-JP" altLang="en-US">
                <a:solidFill>
                  <a:schemeClr val="bg1">
                    <a:lumMod val="95000"/>
                  </a:schemeClr>
                </a:solidFill>
                <a:ea typeface="ＭＳ Ｐゴシック"/>
              </a:rPr>
              <a:t>/2</a:t>
            </a:r>
            <a:r>
              <a:rPr lang="en-US" altLang="ja-JP" dirty="0">
                <a:solidFill>
                  <a:schemeClr val="bg1">
                    <a:lumMod val="95000"/>
                  </a:schemeClr>
                </a:solidFill>
                <a:ea typeface="ＭＳ Ｐゴシック"/>
              </a:rPr>
              <a:t>5</a:t>
            </a:r>
            <a:endParaRPr lang="ja-JP" altLang="en-US">
              <a:solidFill>
                <a:schemeClr val="bg1">
                  <a:lumMod val="95000"/>
                </a:schemeClr>
              </a:solidFill>
              <a:ea typeface="ＭＳ Ｐゴシック"/>
            </a:endParaRPr>
          </a:p>
          <a:p>
            <a:pPr algn="r"/>
            <a:endParaRPr lang="ja-JP" altLang="en-US" dirty="0">
              <a:solidFill>
                <a:schemeClr val="bg1">
                  <a:lumMod val="95000"/>
                </a:schemeClr>
              </a:solidFill>
              <a:ea typeface="ＭＳ Ｐゴシック"/>
            </a:endParaRPr>
          </a:p>
          <a:p>
            <a:pPr algn="r"/>
            <a:r>
              <a:rPr lang="ja-JP" altLang="en-US">
                <a:solidFill>
                  <a:schemeClr val="bg1">
                    <a:lumMod val="95000"/>
                  </a:schemeClr>
                </a:solidFill>
                <a:ea typeface="ＭＳ Ｐゴシック"/>
              </a:rPr>
              <a:t>菅原研究室　</a:t>
            </a:r>
            <a:r>
              <a:rPr lang="en-US" altLang="ja-JP" dirty="0">
                <a:solidFill>
                  <a:schemeClr val="bg1">
                    <a:lumMod val="95000"/>
                  </a:schemeClr>
                </a:solidFill>
                <a:ea typeface="ＭＳ Ｐゴシック"/>
              </a:rPr>
              <a:t>M2  </a:t>
            </a:r>
            <a:r>
              <a:rPr lang="ja-JP" altLang="en-US">
                <a:solidFill>
                  <a:schemeClr val="bg1">
                    <a:lumMod val="95000"/>
                  </a:schemeClr>
                </a:solidFill>
                <a:ea typeface="ＭＳ Ｐゴシック"/>
              </a:rPr>
              <a:t>武田朋也</a:t>
            </a:r>
          </a:p>
        </p:txBody>
      </p:sp>
      <p:sp>
        <p:nvSpPr>
          <p:cNvPr id="7" name="スライド番号プレースホルダー 6">
            <a:extLst>
              <a:ext uri="{FF2B5EF4-FFF2-40B4-BE49-F238E27FC236}">
                <a16:creationId xmlns:a16="http://schemas.microsoft.com/office/drawing/2014/main" id="{51FD5EB7-B146-4825-9C2F-336977CA57AA}"/>
              </a:ext>
            </a:extLst>
          </p:cNvPr>
          <p:cNvSpPr>
            <a:spLocks noGrp="1"/>
          </p:cNvSpPr>
          <p:nvPr>
            <p:ph type="sldNum" sz="quarter" idx="12"/>
          </p:nvPr>
        </p:nvSpPr>
        <p:spPr/>
        <p:txBody>
          <a:bodyPr/>
          <a:lstStyle/>
          <a:p>
            <a:fld id="{A99D720A-4AD5-4DCF-885F-DE5297996123}" type="slidenum">
              <a:rPr kumimoji="1" lang="ja-JP" altLang="en-US" smtClean="0"/>
              <a:t>1</a:t>
            </a:fld>
            <a:endParaRPr lang="ja-JP" altLang="en-US"/>
          </a:p>
        </p:txBody>
      </p:sp>
      <p:pic>
        <p:nvPicPr>
          <p:cNvPr id="8" name="図 7">
            <a:extLst>
              <a:ext uri="{FF2B5EF4-FFF2-40B4-BE49-F238E27FC236}">
                <a16:creationId xmlns:a16="http://schemas.microsoft.com/office/drawing/2014/main" id="{62CF94E4-D118-27E1-9D43-1BC584908A26}"/>
              </a:ext>
            </a:extLst>
          </p:cNvPr>
          <p:cNvPicPr>
            <a:picLocks noChangeAspect="1"/>
          </p:cNvPicPr>
          <p:nvPr/>
        </p:nvPicPr>
        <p:blipFill>
          <a:blip r:embed="rId2"/>
          <a:stretch>
            <a:fillRect/>
          </a:stretch>
        </p:blipFill>
        <p:spPr>
          <a:xfrm>
            <a:off x="1090613" y="5057775"/>
            <a:ext cx="3038475" cy="933450"/>
          </a:xfrm>
          <a:prstGeom prst="rect">
            <a:avLst/>
          </a:prstGeom>
        </p:spPr>
      </p:pic>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B7C55A-075D-D7DB-45CD-C3CA930D7CF3}"/>
              </a:ext>
            </a:extLst>
          </p:cNvPr>
          <p:cNvSpPr>
            <a:spLocks noGrp="1"/>
          </p:cNvSpPr>
          <p:nvPr>
            <p:ph type="title"/>
          </p:nvPr>
        </p:nvSpPr>
        <p:spPr/>
        <p:txBody>
          <a:bodyPr/>
          <a:lstStyle/>
          <a:p>
            <a:r>
              <a:rPr lang="ja-JP" altLang="en-US">
                <a:solidFill>
                  <a:schemeClr val="tx1">
                    <a:lumMod val="65000"/>
                    <a:lumOff val="35000"/>
                  </a:schemeClr>
                </a:solidFill>
                <a:ea typeface="ＭＳ Ｐゴシック"/>
              </a:rPr>
              <a:t>topic</a:t>
            </a:r>
          </a:p>
        </p:txBody>
      </p:sp>
      <p:sp>
        <p:nvSpPr>
          <p:cNvPr id="3" name="コンテンツ プレースホルダー 2">
            <a:extLst>
              <a:ext uri="{FF2B5EF4-FFF2-40B4-BE49-F238E27FC236}">
                <a16:creationId xmlns:a16="http://schemas.microsoft.com/office/drawing/2014/main" id="{40909D7F-D918-AFC8-B8E4-EDE9B0B03320}"/>
              </a:ext>
            </a:extLst>
          </p:cNvPr>
          <p:cNvSpPr>
            <a:spLocks noGrp="1"/>
          </p:cNvSpPr>
          <p:nvPr>
            <p:ph idx="1"/>
          </p:nvPr>
        </p:nvSpPr>
        <p:spPr/>
        <p:txBody>
          <a:bodyPr vert="horz" lIns="91440" tIns="45720" rIns="91440" bIns="45720" rtlCol="0" anchor="t">
            <a:normAutofit/>
          </a:bodyPr>
          <a:lstStyle/>
          <a:p>
            <a:endParaRPr lang="ja-JP" altLang="en-US" dirty="0">
              <a:solidFill>
                <a:schemeClr val="tx1">
                  <a:lumMod val="65000"/>
                  <a:lumOff val="35000"/>
                </a:schemeClr>
              </a:solidFill>
              <a:ea typeface="ＭＳ Ｐゴシック"/>
            </a:endParaRPr>
          </a:p>
          <a:p>
            <a:pPr marL="0" indent="0">
              <a:buNone/>
            </a:pPr>
            <a:endParaRPr lang="ja-JP" altLang="en-US" dirty="0">
              <a:solidFill>
                <a:schemeClr val="tx1">
                  <a:lumMod val="65000"/>
                  <a:lumOff val="35000"/>
                </a:schemeClr>
              </a:solidFill>
              <a:ea typeface="ＭＳ Ｐゴシック"/>
            </a:endParaRPr>
          </a:p>
          <a:p>
            <a:r>
              <a:rPr lang="ja-JP" altLang="en-US">
                <a:solidFill>
                  <a:schemeClr val="tx1">
                    <a:lumMod val="65000"/>
                    <a:lumOff val="35000"/>
                  </a:schemeClr>
                </a:solidFill>
                <a:ea typeface="ＭＳ Ｐゴシック"/>
              </a:rPr>
              <a:t>研究概要</a:t>
            </a:r>
            <a:endParaRPr lang="ja-JP" altLang="en-US" dirty="0">
              <a:solidFill>
                <a:schemeClr val="tx1">
                  <a:lumMod val="65000"/>
                  <a:lumOff val="35000"/>
                </a:schemeClr>
              </a:solidFill>
              <a:ea typeface="ＭＳ Ｐゴシック"/>
            </a:endParaRPr>
          </a:p>
          <a:p>
            <a:r>
              <a:rPr lang="ja-JP" altLang="en-US">
                <a:solidFill>
                  <a:schemeClr val="tx1">
                    <a:lumMod val="65000"/>
                    <a:lumOff val="35000"/>
                  </a:schemeClr>
                </a:solidFill>
                <a:ea typeface="ＭＳ Ｐゴシック"/>
              </a:rPr>
              <a:t>実験 (</a:t>
            </a:r>
            <a:r>
              <a:rPr lang="en-US" altLang="ja-JP" dirty="0">
                <a:solidFill>
                  <a:schemeClr val="tx1">
                    <a:lumMod val="65000"/>
                    <a:lumOff val="35000"/>
                  </a:schemeClr>
                </a:solidFill>
                <a:ea typeface="ＭＳ Ｐゴシック"/>
              </a:rPr>
              <a:t>moderate hubs effect on extreme camp</a:t>
            </a:r>
            <a:r>
              <a:rPr lang="ja-JP" altLang="en-US">
                <a:solidFill>
                  <a:schemeClr val="tx1">
                    <a:lumMod val="65000"/>
                    <a:lumOff val="35000"/>
                  </a:schemeClr>
                </a:solidFill>
                <a:ea typeface="ＭＳ Ｐゴシック"/>
              </a:rPr>
              <a:t>)</a:t>
            </a:r>
            <a:endParaRPr lang="ja-JP" altLang="en-US" dirty="0">
              <a:solidFill>
                <a:schemeClr val="tx1">
                  <a:lumMod val="65000"/>
                  <a:lumOff val="35000"/>
                </a:schemeClr>
              </a:solidFill>
              <a:ea typeface="ＭＳ Ｐゴシック"/>
            </a:endParaRPr>
          </a:p>
          <a:p>
            <a:r>
              <a:rPr lang="ja-JP" altLang="en-US" dirty="0">
                <a:solidFill>
                  <a:schemeClr val="tx1">
                    <a:lumMod val="65000"/>
                    <a:lumOff val="35000"/>
                  </a:schemeClr>
                </a:solidFill>
                <a:ea typeface="ＭＳ Ｐゴシック"/>
              </a:rPr>
              <a:t>今後の予定</a:t>
            </a:r>
          </a:p>
        </p:txBody>
      </p:sp>
      <p:sp>
        <p:nvSpPr>
          <p:cNvPr id="4" name="スライド番号プレースホルダー 3">
            <a:extLst>
              <a:ext uri="{FF2B5EF4-FFF2-40B4-BE49-F238E27FC236}">
                <a16:creationId xmlns:a16="http://schemas.microsoft.com/office/drawing/2014/main" id="{F1792A01-2767-5120-067C-02C274FAC661}"/>
              </a:ext>
            </a:extLst>
          </p:cNvPr>
          <p:cNvSpPr>
            <a:spLocks noGrp="1"/>
          </p:cNvSpPr>
          <p:nvPr>
            <p:ph type="sldNum" sz="quarter" idx="12"/>
          </p:nvPr>
        </p:nvSpPr>
        <p:spPr/>
        <p:txBody>
          <a:bodyPr/>
          <a:lstStyle/>
          <a:p>
            <a:fld id="{A99D720A-4AD5-4DCF-885F-DE5297996123}" type="slidenum">
              <a:rPr kumimoji="1" lang="ja-JP" altLang="en-US" smtClean="0"/>
              <a:t>2</a:t>
            </a:fld>
            <a:endParaRPr kumimoji="1" lang="ja-JP" altLang="en-US"/>
          </a:p>
        </p:txBody>
      </p:sp>
      <p:sp>
        <p:nvSpPr>
          <p:cNvPr id="9002" name="Accent Bar 9002"/>
          <p:cNvSpPr/>
          <p:nvPr/>
        </p:nvSpPr>
        <p:spPr>
          <a:xfrm>
            <a:off x="838200" y="1732280"/>
            <a:ext cx="685800" cy="33020"/>
          </a:xfrm>
          <a:prstGeom prst="rect">
            <a:avLst/>
          </a:prstGeom>
          <a:solidFill>
            <a:srgbClr val="0197A7"/>
          </a:solidFill>
          <a:ln>
            <a:noFill/>
          </a:ln>
        </p:spPr>
        <p:txBody>
          <a:bodyPr/>
          <a:lstStyle/>
          <a:p/>
        </p:txBody>
      </p:sp>
    </p:spTree>
    <p:extLst>
      <p:ext uri="{BB962C8B-B14F-4D97-AF65-F5344CB8AC3E}">
        <p14:creationId xmlns:p14="http://schemas.microsoft.com/office/powerpoint/2010/main" val="129347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研究の動機</a:t>
            </a:r>
          </a:p>
        </p:txBody>
      </p:sp>
      <p:sp>
        <p:nvSpPr>
          <p:cNvPr id="3" name="Content Placeholder 2"/>
          <p:cNvSpPr>
            <a:spLocks noGrp="1"/>
          </p:cNvSpPr>
          <p:nvPr>
            <p:ph idx="1"/>
          </p:nvPr>
        </p:nvSpPr>
        <p:spPr/>
        <p:txBody>
          <a:bodyPr/>
          <a:lstStyle/>
          <a:p>
            <a:pPr marL="0" indent="0">
              <a:lnSpc>
                <a:spcPct val="100000"/>
              </a:lnSpc>
              <a:buNone/>
            </a:pPr>
            <a:r>
              <a:rPr lang="ja-JP" altLang="en-US" sz="2400" dirty="0">
                <a:solidFill>
                  <a:schemeClr val="tx1">
                    <a:lumMod val="65000"/>
                    <a:lumOff val="35000"/>
                  </a:schemeClr>
                </a:solidFill>
                <a:ea typeface="ＭＳ Ｐゴシック"/>
              </a:rPr>
              <a:t>背景</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SNS上で話題になっているトピックには, 両極端な意見だけでなく, </a:t>
            </a:r>
            <a:r>
              <a:rPr lang="ja-JP" altLang="en-US" sz="2400" b="1" dirty="0">
                <a:solidFill>
                  <a:srgbClr val="0197A7"/>
                </a:solidFill>
                <a:ea typeface="ＭＳ Ｐゴシック"/>
              </a:rPr>
              <a:t>中庸な立場をとる発信力の大きいアカウント(hub)</a:t>
            </a:r>
            <a:r>
              <a:rPr lang="ja-JP" altLang="en-US" sz="2400" dirty="0">
                <a:solidFill>
                  <a:schemeClr val="tx1">
                    <a:lumMod val="65000"/>
                    <a:lumOff val="35000"/>
                  </a:schemeClr>
                </a:solidFill>
                <a:ea typeface="ＭＳ Ｐゴシック"/>
              </a:rPr>
              <a:t>も参入してくることが多い</a:t>
            </a:r>
          </a:p>
          <a:p>
            <a:pPr marL="342900" indent="-342900">
              <a:lnSpc>
                <a:spcPct val="100000"/>
              </a:lnSpc>
              <a:buFont typeface="Arial"/>
              <a:buChar char="•"/>
            </a:pPr>
            <a:r>
              <a:rPr lang="ja-JP" altLang="en-US" sz="2400">
                <a:solidFill>
                  <a:schemeClr val="tx1">
                    <a:lumMod val="65000"/>
                    <a:lumOff val="35000"/>
                  </a:schemeClr>
                </a:solidFill>
                <a:ea typeface="ＭＳ Ｐゴシック"/>
              </a:rPr>
              <a:t>こうした</a:t>
            </a:r>
            <a:r>
              <a:rPr lang="ja-JP" altLang="en-US" sz="2400" b="1">
                <a:solidFill>
                  <a:schemeClr val="tx1">
                    <a:lumMod val="65000"/>
                    <a:lumOff val="35000"/>
                  </a:schemeClr>
                </a:solidFill>
                <a:ea typeface="ＭＳ Ｐゴシック"/>
              </a:rPr>
              <a:t>moderate hub</a:t>
            </a:r>
            <a:r>
              <a:rPr lang="ja-JP" altLang="en-US" sz="2400">
                <a:solidFill>
                  <a:schemeClr val="tx1">
                    <a:lumMod val="65000"/>
                    <a:lumOff val="35000"/>
                  </a:schemeClr>
                </a:solidFill>
                <a:ea typeface="ＭＳ Ｐゴシック"/>
              </a:rPr>
              <a:t>が, 周囲の意見集団の</a:t>
            </a:r>
            <a:r>
              <a:rPr lang="ja-JP" altLang="en-US" sz="2400" b="1">
                <a:solidFill>
                  <a:srgbClr val="0197A7"/>
                </a:solidFill>
                <a:ea typeface="ＭＳ Ｐゴシック"/>
              </a:rPr>
              <a:t>投稿行動(vocality)</a:t>
            </a:r>
            <a:r>
              <a:rPr lang="ja-JP" altLang="en-US" sz="2400">
                <a:solidFill>
                  <a:schemeClr val="tx1">
                    <a:lumMod val="65000"/>
                    <a:lumOff val="35000"/>
                  </a:schemeClr>
                </a:solidFill>
                <a:ea typeface="ＭＳ Ｐゴシック"/>
              </a:rPr>
              <a:t>にどのような影響を与えるかは, 自明ではなく体系的には検討されていない</a:t>
            </a:r>
          </a:p>
          <a:p>
            <a:pPr marL="0" indent="0">
              <a:lnSpc>
                <a:spcPct val="100000"/>
              </a:lnSpc>
              <a:buNone/>
            </a:pPr>
            <a:r>
              <a:rPr lang="ja-JP" altLang="en-US" sz="2400" b="1">
                <a:solidFill>
                  <a:schemeClr val="tx1">
                    <a:lumMod val="65000"/>
                    <a:lumOff val="35000"/>
                  </a:schemeClr>
                </a:solidFill>
                <a:ea typeface="ＭＳ Ｐゴシック"/>
              </a:rPr>
              <a:t>→ </a:t>
            </a:r>
            <a:r>
              <a:rPr lang="ja-JP" altLang="en-US" sz="2400" b="1" dirty="0">
                <a:solidFill>
                  <a:schemeClr val="tx1">
                    <a:lumMod val="65000"/>
                    <a:lumOff val="35000"/>
                  </a:schemeClr>
                </a:solidFill>
                <a:ea typeface="ＭＳ Ｐゴシック"/>
              </a:rPr>
              <a:t>本研究では, moderate hubの</a:t>
            </a:r>
            <a:r>
              <a:rPr lang="ja-JP" altLang="en-US" sz="2400" b="1">
                <a:solidFill>
                  <a:schemeClr val="tx1">
                    <a:lumMod val="65000"/>
                    <a:lumOff val="35000"/>
                  </a:schemeClr>
                </a:solidFill>
                <a:ea typeface="ＭＳ Ｐゴシック"/>
              </a:rPr>
              <a:t>活動が全体の投稿</a:t>
            </a:r>
            <a:r>
              <a:rPr lang="ja-JP" altLang="en-US" sz="2400" b="1" dirty="0">
                <a:solidFill>
                  <a:schemeClr val="tx1">
                    <a:lumMod val="65000"/>
                    <a:lumOff val="35000"/>
                  </a:schemeClr>
                </a:solidFill>
                <a:ea typeface="ＭＳ Ｐゴシック"/>
              </a:rPr>
              <a:t>行動へどのように</a:t>
            </a:r>
            <a:r>
              <a:rPr lang="ja-JP" altLang="en-US" sz="2400" b="1">
                <a:solidFill>
                  <a:schemeClr val="tx1">
                    <a:lumMod val="65000"/>
                    <a:lumOff val="35000"/>
                  </a:schemeClr>
                </a:solidFill>
                <a:ea typeface="ＭＳ Ｐゴシック"/>
              </a:rPr>
              <a:t>波及するかを検討する</a:t>
            </a:r>
            <a:endParaRPr lang="ja-JP" altLang="en-US" sz="2400" b="1" dirty="0">
              <a:solidFill>
                <a:schemeClr val="tx1">
                  <a:lumMod val="65000"/>
                  <a:lumOff val="35000"/>
                </a:schemeClr>
              </a:solidFill>
              <a:ea typeface="ＭＳ Ｐゴシック"/>
            </a:endParaRPr>
          </a:p>
        </p:txBody>
      </p:sp>
      <p:sp>
        <p:nvSpPr>
          <p:cNvPr id="900" name="スライド番号プレースホルダー 900"/>
          <p:cNvSpPr>
            <a:spLocks noGrp="1"/>
          </p:cNvSpPr>
          <p:nvPr>
            <p:ph type="sldNum" sz="quarter" idx="12"/>
          </p:nvPr>
        </p:nvSpPr>
        <p:spPr/>
        <p:txBody>
          <a:bodyPr/>
          <a:lstStyle/>
          <a:p>
            <a:fld id="{66A55B31-ACF6-4227-A03C-AB4854125761}" type="slidenum">
              <a:rPr kumimoji="1" lang="ja-JP" altLang="en-US" smtClean="0"/>
              <a:t>3</a:t>
            </a:fld>
            <a:endParaRPr kumimoji="1" lang="ja-JP" altLang="en-US"/>
          </a:p>
        </p:txBody>
      </p:sp>
      <p:sp>
        <p:nvSpPr>
          <p:cNvPr id="9003" name="Accent Bar 9003"/>
          <p:cNvSpPr/>
          <p:nvPr/>
        </p:nvSpPr>
        <p:spPr>
          <a:xfrm>
            <a:off x="838200" y="1732280"/>
            <a:ext cx="685800" cy="33020"/>
          </a:xfrm>
          <a:prstGeom prst="rect">
            <a:avLst/>
          </a:prstGeom>
          <a:solidFill>
            <a:srgbClr val="0197A7"/>
          </a:solidFill>
          <a:ln>
            <a:noFill/>
          </a:ln>
        </p:spPr>
        <p:txBody>
          <a:bodyPr/>
          <a:lstStyle/>
          <a:p/>
        </p:txBody>
      </p:sp>
      <p:sp>
        <p:nvSpPr>
          <p:cNvPr id="9004" name="Section Breadcrumb 9004"/>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b="1" dirty="0">
                <a:solidFill>
                  <a:srgbClr val="0197A7"/>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モデル</a:t>
            </a:r>
            <a:r>
              <a:rPr lang="ja-JP" altLang="en-US" sz="3200">
                <a:solidFill>
                  <a:schemeClr val="tx1">
                    <a:lumMod val="65000"/>
                    <a:lumOff val="35000"/>
                  </a:schemeClr>
                </a:solidFill>
                <a:ea typeface="ＭＳ Ｐゴシック"/>
              </a:rPr>
              <a:t>の概要</a:t>
            </a:r>
            <a:endParaRPr lang="ja-JP" altLang="en-US" sz="3200" dirty="0">
              <a:solidFill>
                <a:schemeClr val="tx1">
                  <a:lumMod val="65000"/>
                  <a:lumOff val="35000"/>
                </a:schemeClr>
              </a:solidFill>
              <a:ea typeface="ＭＳ Ｐゴシック"/>
            </a:endParaRPr>
          </a:p>
        </p:txBody>
      </p:sp>
      <p:sp>
        <p:nvSpPr>
          <p:cNvPr id="3" name="Content Placeholder 2"/>
          <p:cNvSpPr>
            <a:spLocks noGrp="1"/>
          </p:cNvSpPr>
          <p:nvPr>
            <p:ph idx="1"/>
          </p:nvPr>
        </p:nvSpPr>
        <p:spPr/>
        <p:txBody>
          <a:bodyPr/>
          <a:lstStyle/>
          <a:p>
            <a:pPr marL="0" indent="0">
              <a:lnSpc>
                <a:spcPct val="100000"/>
              </a:lnSpc>
              <a:buNone/>
            </a:pPr>
            <a:r>
              <a:rPr lang="ja-JP" altLang="en-US" sz="2400" dirty="0">
                <a:solidFill>
                  <a:schemeClr val="tx1">
                    <a:lumMod val="65000"/>
                    <a:lumOff val="35000"/>
                  </a:schemeClr>
                </a:solidFill>
                <a:ea typeface="ＭＳ Ｐゴシック"/>
              </a:rPr>
              <a:t>エージェントベースモデル(ABM)上で, opinion dynamics </a:t>
            </a:r>
            <a:r>
              <a:rPr lang="ja-JP" altLang="en-US" sz="2400">
                <a:solidFill>
                  <a:schemeClr val="tx1">
                    <a:lumMod val="65000"/>
                    <a:lumOff val="35000"/>
                  </a:schemeClr>
                </a:solidFill>
                <a:ea typeface="ＭＳ Ｐゴシック"/>
              </a:rPr>
              <a:t>と </a:t>
            </a:r>
            <a:r>
              <a:rPr lang="en-US" altLang="ja-JP" sz="2400" dirty="0">
                <a:solidFill>
                  <a:schemeClr val="tx1">
                    <a:lumMod val="65000"/>
                    <a:lumOff val="35000"/>
                  </a:schemeClr>
                </a:solidFill>
                <a:ea typeface="ＭＳ Ｐゴシック"/>
              </a:rPr>
              <a:t>posting dynamics</a:t>
            </a:r>
            <a:r>
              <a:rPr lang="ja-JP" altLang="en-US" sz="2400">
                <a:solidFill>
                  <a:schemeClr val="tx1">
                    <a:lumMod val="65000"/>
                    <a:lumOff val="35000"/>
                  </a:schemeClr>
                </a:solidFill>
                <a:ea typeface="ＭＳ Ｐゴシック"/>
              </a:rPr>
              <a:t>を</a:t>
            </a:r>
            <a:r>
              <a:rPr lang="ja-JP" altLang="en-US" sz="2400" dirty="0">
                <a:solidFill>
                  <a:schemeClr val="tx1">
                    <a:lumMod val="65000"/>
                    <a:lumOff val="35000"/>
                  </a:schemeClr>
                </a:solidFill>
                <a:ea typeface="ＭＳ Ｐゴシック"/>
              </a:rPr>
              <a:t>同時に扱う</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各エージェントは意見 O∈[-1,1] を保持, |O|に応じて</a:t>
            </a:r>
            <a:r>
              <a:rPr lang="ja-JP" altLang="en-US" sz="2400">
                <a:solidFill>
                  <a:schemeClr val="tx1">
                    <a:lumMod val="65000"/>
                    <a:lumOff val="35000"/>
                  </a:schemeClr>
                </a:solidFill>
                <a:ea typeface="ＭＳ Ｐゴシック"/>
              </a:rPr>
              <a:t>3つの</a:t>
            </a:r>
            <a:r>
              <a:rPr lang="en-US" altLang="ja-JP" sz="2400" dirty="0">
                <a:solidFill>
                  <a:schemeClr val="tx1">
                    <a:lumMod val="65000"/>
                    <a:lumOff val="35000"/>
                  </a:schemeClr>
                </a:solidFill>
                <a:ea typeface="ＭＳ Ｐゴシック"/>
              </a:rPr>
              <a:t>camp</a:t>
            </a:r>
            <a:r>
              <a:rPr lang="ja-JP" altLang="en-US" sz="2400">
                <a:solidFill>
                  <a:schemeClr val="tx1">
                    <a:lumMod val="65000"/>
                    <a:lumOff val="35000"/>
                  </a:schemeClr>
                </a:solidFill>
                <a:ea typeface="ＭＳ Ｐゴシック"/>
              </a:rPr>
              <a:t>に</a:t>
            </a:r>
            <a:r>
              <a:rPr lang="ja-JP" altLang="en-US" sz="2400" dirty="0">
                <a:solidFill>
                  <a:schemeClr val="tx1">
                    <a:lumMod val="65000"/>
                    <a:lumOff val="35000"/>
                  </a:schemeClr>
                </a:solidFill>
                <a:ea typeface="ＭＳ Ｐゴシック"/>
              </a:rPr>
              <a:t>分類: </a:t>
            </a:r>
            <a:r>
              <a:rPr lang="ja-JP" altLang="en-US" sz="2400" b="1" dirty="0">
                <a:solidFill>
                  <a:srgbClr val="0197A7"/>
                </a:solidFill>
                <a:ea typeface="ＭＳ Ｐゴシック"/>
              </a:rPr>
              <a:t>moderate</a:t>
            </a:r>
            <a:r>
              <a:rPr lang="ja-JP" altLang="en-US" sz="2400" dirty="0">
                <a:solidFill>
                  <a:schemeClr val="tx1">
                    <a:lumMod val="65000"/>
                    <a:lumOff val="35000"/>
                  </a:schemeClr>
                </a:solidFill>
                <a:ea typeface="ＭＳ Ｐゴシック"/>
              </a:rPr>
              <a:t> (|O|&lt;0.2) / </a:t>
            </a:r>
            <a:r>
              <a:rPr lang="ja-JP" altLang="en-US" sz="2400" b="1" dirty="0">
                <a:solidFill>
                  <a:srgbClr val="0197A7"/>
                </a:solidFill>
                <a:ea typeface="ＭＳ Ｐゴシック"/>
              </a:rPr>
              <a:t>near-extreme</a:t>
            </a:r>
            <a:r>
              <a:rPr lang="ja-JP" altLang="en-US" sz="2400" dirty="0">
                <a:solidFill>
                  <a:schemeClr val="tx1">
                    <a:lumMod val="65000"/>
                    <a:lumOff val="35000"/>
                  </a:schemeClr>
                </a:solidFill>
                <a:ea typeface="ＭＳ Ｐゴシック"/>
              </a:rPr>
              <a:t> (0.2≤|O|&lt;0.6) / </a:t>
            </a:r>
            <a:r>
              <a:rPr lang="ja-JP" altLang="en-US" sz="2400" b="1" dirty="0">
                <a:solidFill>
                  <a:srgbClr val="0197A7"/>
                </a:solidFill>
                <a:ea typeface="ＭＳ Ｐゴシック"/>
              </a:rPr>
              <a:t>extreme</a:t>
            </a:r>
            <a:r>
              <a:rPr lang="ja-JP" altLang="en-US" sz="2400" dirty="0">
                <a:solidFill>
                  <a:schemeClr val="tx1">
                    <a:lumMod val="65000"/>
                    <a:lumOff val="35000"/>
                  </a:schemeClr>
                </a:solidFill>
                <a:ea typeface="ＭＳ Ｐゴシック"/>
              </a:rPr>
              <a:t> (|O|≥0.6)</a:t>
            </a:r>
          </a:p>
          <a:p>
            <a:pPr marL="342900" indent="-342900">
              <a:lnSpc>
                <a:spcPct val="100000"/>
              </a:lnSpc>
              <a:buFont typeface="Arial"/>
              <a:buChar char="•"/>
            </a:pPr>
            <a:r>
              <a:rPr lang="en-US" altLang="ja-JP" sz="2400" b="1" dirty="0">
                <a:solidFill>
                  <a:schemeClr val="tx1">
                    <a:lumMod val="65000"/>
                    <a:lumOff val="35000"/>
                  </a:schemeClr>
                </a:solidFill>
                <a:ea typeface="ＭＳ Ｐゴシック"/>
              </a:rPr>
              <a:t>Adaptive </a:t>
            </a:r>
            <a:r>
              <a:rPr lang="ja-JP" altLang="en-US" sz="2400" b="1">
                <a:solidFill>
                  <a:schemeClr val="tx1">
                    <a:lumMod val="65000"/>
                    <a:lumOff val="35000"/>
                  </a:schemeClr>
                </a:solidFill>
                <a:ea typeface="ＭＳ Ｐゴシック"/>
              </a:rPr>
              <a:t>bounded </a:t>
            </a:r>
            <a:r>
              <a:rPr lang="ja-JP" altLang="en-US" sz="2400" b="1" dirty="0">
                <a:solidFill>
                  <a:schemeClr val="tx1">
                    <a:lumMod val="65000"/>
                    <a:lumOff val="35000"/>
                  </a:schemeClr>
                </a:solidFill>
                <a:ea typeface="ＭＳ Ｐゴシック"/>
              </a:rPr>
              <a:t>confidence ε</a:t>
            </a:r>
            <a:r>
              <a:rPr lang="ja-JP" altLang="en-US" sz="2400">
                <a:solidFill>
                  <a:schemeClr val="tx1">
                    <a:lumMod val="65000"/>
                    <a:lumOff val="35000"/>
                  </a:schemeClr>
                </a:solidFill>
                <a:ea typeface="ＭＳ Ｐゴシック"/>
              </a:rPr>
              <a:t>: </a:t>
            </a:r>
            <a:r>
              <a:rPr lang="en-US" altLang="ja-JP" sz="2400" dirty="0">
                <a:solidFill>
                  <a:schemeClr val="tx1">
                    <a:lumMod val="65000"/>
                    <a:lumOff val="35000"/>
                  </a:schemeClr>
                </a:solidFill>
                <a:ea typeface="ＭＳ Ｐゴシック"/>
              </a:rPr>
              <a:t>discomfort</a:t>
            </a:r>
            <a:r>
              <a:rPr lang="ja-JP" altLang="en-US" sz="2400">
                <a:solidFill>
                  <a:schemeClr val="tx1">
                    <a:lumMod val="65000"/>
                    <a:lumOff val="35000"/>
                  </a:schemeClr>
                </a:solidFill>
                <a:ea typeface="ＭＳ Ｐゴシック"/>
              </a:rPr>
              <a:t>な投稿の割合に応じて増減する→ </a:t>
            </a:r>
            <a:r>
              <a:rPr lang="ja-JP" altLang="en-US" sz="2400" dirty="0">
                <a:solidFill>
                  <a:srgbClr val="0197A7"/>
                </a:solidFill>
                <a:ea typeface="ＭＳ Ｐゴシック"/>
              </a:rPr>
              <a:t>homophily(同質性)を駆動</a:t>
            </a:r>
          </a:p>
          <a:p>
            <a:pPr marL="342900" indent="-342900">
              <a:lnSpc>
                <a:spcPct val="100000"/>
              </a:lnSpc>
              <a:buFont typeface="Arial"/>
              <a:buChar char="•"/>
            </a:pPr>
            <a:r>
              <a:rPr lang="ja-JP" altLang="en-US" sz="2400" b="1" dirty="0">
                <a:solidFill>
                  <a:schemeClr val="tx1">
                    <a:lumMod val="65000"/>
                    <a:lumOff val="35000"/>
                  </a:schemeClr>
                </a:solidFill>
                <a:ea typeface="ＭＳ Ｐゴシック"/>
              </a:rPr>
              <a:t>vocal comfort radius κ (VCR)</a:t>
            </a:r>
            <a:r>
              <a:rPr lang="ja-JP" altLang="en-US" sz="2400" dirty="0">
                <a:solidFill>
                  <a:schemeClr val="tx1">
                    <a:lumMod val="65000"/>
                    <a:lumOff val="35000"/>
                  </a:schemeClr>
                </a:solidFill>
                <a:ea typeface="ＭＳ Ｐゴシック"/>
              </a:rPr>
              <a:t>: feed内に自分と近い意見がどれだけあれば発言しやすくなるかを決める閾値 (</a:t>
            </a:r>
            <a:r>
              <a:rPr lang="ja-JP" altLang="en-US" sz="2400" dirty="0">
                <a:solidFill>
                  <a:srgbClr val="0197A7"/>
                </a:solidFill>
                <a:ea typeface="ＭＳ Ｐゴシック"/>
              </a:rPr>
              <a:t>spiral of silence</a:t>
            </a:r>
            <a:r>
              <a:rPr lang="ja-JP" altLang="en-US" sz="2400" dirty="0">
                <a:solidFill>
                  <a:schemeClr val="tx1">
                    <a:lumMod val="65000"/>
                    <a:lumOff val="35000"/>
                  </a:schemeClr>
                </a:solidFill>
                <a:ea typeface="ＭＳ Ｐゴシック"/>
              </a:rPr>
              <a:t>的</a:t>
            </a:r>
            <a:r>
              <a:rPr lang="ja-JP" altLang="en-US" sz="2400">
                <a:solidFill>
                  <a:schemeClr val="tx1">
                    <a:lumMod val="65000"/>
                    <a:lumOff val="35000"/>
                  </a:schemeClr>
                </a:solidFill>
                <a:ea typeface="ＭＳ Ｐゴシック"/>
              </a:rPr>
              <a:t>な発言閾値</a:t>
            </a:r>
            <a:r>
              <a:rPr lang="ja-JP" altLang="en-US" sz="2400" dirty="0">
                <a:solidFill>
                  <a:schemeClr val="tx1">
                    <a:lumMod val="65000"/>
                    <a:lumOff val="35000"/>
                  </a:schemeClr>
                </a:solidFill>
                <a:ea typeface="ＭＳ Ｐゴシック"/>
              </a:rPr>
              <a:t>)</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投稿確率 ρ は feed内の「comfortableな投稿」の割合のみに依存し, </a:t>
            </a:r>
            <a:r>
              <a:rPr lang="ja-JP" altLang="en-US" sz="2400" b="1" dirty="0">
                <a:solidFill>
                  <a:schemeClr val="tx1">
                    <a:lumMod val="65000"/>
                    <a:lumOff val="35000"/>
                  </a:schemeClr>
                </a:solidFill>
                <a:ea typeface="ＭＳ Ｐゴシック"/>
              </a:rPr>
              <a:t>自身の意見の極端さ自体には依存しない</a:t>
            </a:r>
            <a:r>
              <a:rPr lang="ja-JP" altLang="en-US" sz="2400" dirty="0">
                <a:solidFill>
                  <a:schemeClr val="tx1">
                    <a:lumMod val="65000"/>
                    <a:lumOff val="35000"/>
                  </a:schemeClr>
                </a:solidFill>
                <a:ea typeface="ＭＳ Ｐゴシック"/>
              </a:rPr>
              <a:t> → vocalityを主要な観測量として扱える</a:t>
            </a:r>
          </a:p>
        </p:txBody>
      </p:sp>
      <p:sp>
        <p:nvSpPr>
          <p:cNvPr id="900" name="スライド番号プレースホルダー 900"/>
          <p:cNvSpPr>
            <a:spLocks noGrp="1"/>
          </p:cNvSpPr>
          <p:nvPr>
            <p:ph type="sldNum" sz="quarter" idx="12"/>
          </p:nvPr>
        </p:nvSpPr>
        <p:spPr/>
        <p:txBody>
          <a:bodyPr/>
          <a:lstStyle/>
          <a:p>
            <a:fld id="{32681602-72D8-4B85-8A25-EBBD58344DCA}" type="slidenum">
              <a:rPr kumimoji="1" lang="ja-JP" altLang="en-US" smtClean="0"/>
              <a:t>4</a:t>
            </a:fld>
            <a:endParaRPr kumimoji="1" lang="ja-JP" altLang="en-US"/>
          </a:p>
        </p:txBody>
      </p:sp>
      <p:sp>
        <p:nvSpPr>
          <p:cNvPr id="9005" name="Accent Bar 9005"/>
          <p:cNvSpPr/>
          <p:nvPr/>
        </p:nvSpPr>
        <p:spPr>
          <a:xfrm>
            <a:off x="838200" y="1732280"/>
            <a:ext cx="685800" cy="33020"/>
          </a:xfrm>
          <a:prstGeom prst="rect">
            <a:avLst/>
          </a:prstGeom>
          <a:solidFill>
            <a:srgbClr val="0197A7"/>
          </a:solidFill>
          <a:ln>
            <a:noFill/>
          </a:ln>
        </p:spPr>
        <p:txBody>
          <a:bodyPr/>
          <a:lstStyle/>
          <a:p/>
        </p:txBody>
      </p:sp>
      <p:sp>
        <p:nvSpPr>
          <p:cNvPr id="9006" name="Section Breadcrumb 9006"/>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b="1" dirty="0">
                <a:solidFill>
                  <a:srgbClr val="0197A7"/>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実験設定</a:t>
            </a:r>
          </a:p>
        </p:txBody>
      </p:sp>
      <p:sp>
        <p:nvSpPr>
          <p:cNvPr id="3" name="Content Placeholder 2"/>
          <p:cNvSpPr>
            <a:spLocks noGrp="1"/>
          </p:cNvSpPr>
          <p:nvPr>
            <p:ph idx="1"/>
          </p:nvPr>
        </p:nvSpPr>
        <p:spPr/>
        <p:txBody>
          <a:bodyPr/>
          <a:lstStyle/>
          <a:p>
            <a:pPr marL="0" indent="0">
              <a:lnSpc>
                <a:spcPct val="100000"/>
              </a:lnSpc>
              <a:buNone/>
            </a:pPr>
            <a:r>
              <a:rPr lang="ja-JP" altLang="en-US" sz="2400" dirty="0">
                <a:solidFill>
                  <a:schemeClr val="tx1">
                    <a:lumMod val="65000"/>
                    <a:lumOff val="35000"/>
                  </a:schemeClr>
                </a:solidFill>
                <a:ea typeface="ＭＳ Ｐゴシック"/>
              </a:rPr>
              <a:t>ネットワーク・介入設定</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有向Holme-Kimネットワーク (N=1000) でheavy-tailな次数分布を再現</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follower上位60名を</a:t>
            </a:r>
            <a:r>
              <a:rPr lang="ja-JP" altLang="en-US" sz="2400" b="1" dirty="0">
                <a:solidFill>
                  <a:srgbClr val="0197A7"/>
                </a:solidFill>
                <a:ea typeface="ＭＳ Ｐゴシック"/>
              </a:rPr>
              <a:t>hub pool</a:t>
            </a:r>
            <a:r>
              <a:rPr lang="ja-JP" altLang="en-US" sz="2400" dirty="0">
                <a:solidFill>
                  <a:schemeClr val="tx1">
                    <a:lumMod val="65000"/>
                    <a:lumOff val="35000"/>
                  </a:schemeClr>
                </a:solidFill>
                <a:ea typeface="ＭＳ Ｐゴシック"/>
              </a:rPr>
              <a:t>とし, 5カテゴリに意見を固定: extreme(±1.0)・near-extreme(±0.4)・</a:t>
            </a:r>
            <a:r>
              <a:rPr lang="ja-JP" altLang="en-US" sz="2400" b="1" dirty="0">
                <a:solidFill>
                  <a:srgbClr val="0197A7"/>
                </a:solidFill>
                <a:ea typeface="ＭＳ Ｐゴシック"/>
              </a:rPr>
              <a:t>moderate(0.0)</a:t>
            </a:r>
            <a:r>
              <a:rPr lang="ja-JP" altLang="en-US" sz="2400" dirty="0">
                <a:solidFill>
                  <a:schemeClr val="tx1">
                    <a:lumMod val="65000"/>
                    <a:lumOff val="35000"/>
                  </a:schemeClr>
                </a:solidFill>
                <a:ea typeface="ＭＳ Ｐゴシック"/>
              </a:rPr>
              <a:t> （人数はそれぞれ10・10・20）</a:t>
            </a:r>
          </a:p>
          <a:p>
            <a:pPr marL="800100" lvl="1" indent="-342900">
              <a:lnSpc>
                <a:spcPct val="100000"/>
              </a:lnSpc>
              <a:buFont typeface="Arial"/>
              <a:buChar char="•"/>
            </a:pPr>
            <a:r>
              <a:rPr lang="ja-JP" altLang="en-US" sz="2400" b="1" dirty="0">
                <a:solidFill>
                  <a:schemeClr val="tx1">
                    <a:lumMod val="65000"/>
                    <a:lumOff val="35000"/>
                  </a:schemeClr>
                </a:solidFill>
                <a:ea typeface="ＭＳ Ｐゴシック"/>
              </a:rPr>
              <a:t>control</a:t>
            </a:r>
            <a:r>
              <a:rPr lang="ja-JP" altLang="en-US" sz="2400" dirty="0">
                <a:solidFill>
                  <a:schemeClr val="tx1">
                    <a:lumMod val="65000"/>
                    <a:lumOff val="35000"/>
                  </a:schemeClr>
                </a:solidFill>
                <a:ea typeface="ＭＳ Ｐゴシック"/>
              </a:rPr>
              <a:t>: 全hubが活動 / </a:t>
            </a:r>
            <a:r>
              <a:rPr lang="ja-JP" altLang="en-US" sz="2400" b="1" dirty="0">
                <a:solidFill>
                  <a:schemeClr val="tx1">
                    <a:lumMod val="65000"/>
                    <a:lumOff val="35000"/>
                  </a:schemeClr>
                </a:solidFill>
                <a:ea typeface="ＭＳ Ｐゴシック"/>
              </a:rPr>
              <a:t>M-silent</a:t>
            </a:r>
            <a:r>
              <a:rPr lang="ja-JP" altLang="en-US" sz="2400" dirty="0">
                <a:solidFill>
                  <a:schemeClr val="tx1">
                    <a:lumMod val="65000"/>
                    <a:lumOff val="35000"/>
                  </a:schemeClr>
                </a:solidFill>
                <a:ea typeface="ＭＳ Ｐゴシック"/>
              </a:rPr>
              <a:t>: moderate hubのみ発言停止 (フォローの形成・解消のルールは両条件で共通)</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実験要因: 対人不快度への反応確率 </a:t>
            </a:r>
            <a:r>
              <a:rPr lang="ja-JP" altLang="en-US" sz="2400" b="1" dirty="0">
                <a:solidFill>
                  <a:srgbClr val="0197A7"/>
                </a:solidFill>
                <a:ea typeface="ＭＳ Ｐゴシック"/>
              </a:rPr>
              <a:t>P_u</a:t>
            </a:r>
            <a:r>
              <a:rPr lang="ja-JP" altLang="en-US" sz="2400" dirty="0">
                <a:solidFill>
                  <a:schemeClr val="tx1">
                    <a:lumMod val="65000"/>
                    <a:lumOff val="35000"/>
                  </a:schemeClr>
                </a:solidFill>
                <a:ea typeface="ＭＳ Ｐゴシック"/>
              </a:rPr>
              <a:t> ∈{0.05, 0.08, 0.11, 0.15}, vocal comfort radius </a:t>
            </a:r>
            <a:r>
              <a:rPr lang="ja-JP" altLang="en-US" sz="2400" b="1" dirty="0">
                <a:solidFill>
                  <a:srgbClr val="0197A7"/>
                </a:solidFill>
                <a:ea typeface="ＭＳ Ｐゴシック"/>
              </a:rPr>
              <a:t>κ (VCR)</a:t>
            </a:r>
            <a:r>
              <a:rPr lang="ja-JP" altLang="en-US" sz="2400" dirty="0">
                <a:solidFill>
                  <a:schemeClr val="tx1">
                    <a:lumMod val="65000"/>
                    <a:lumOff val="35000"/>
                  </a:schemeClr>
                </a:solidFill>
                <a:ea typeface="ＭＳ Ｐゴシック"/>
              </a:rPr>
              <a:t> ∈{0.10, 0.13, 0.17, 0.20}</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16条件 × (control / M-silent) × 15 seeds = 480 runs, 各実験 40,000 step</a:t>
            </a:r>
          </a:p>
        </p:txBody>
      </p:sp>
      <p:sp>
        <p:nvSpPr>
          <p:cNvPr id="900" name="スライド番号プレースホルダー 900"/>
          <p:cNvSpPr>
            <a:spLocks noGrp="1"/>
          </p:cNvSpPr>
          <p:nvPr>
            <p:ph type="sldNum" sz="quarter" idx="12"/>
          </p:nvPr>
        </p:nvSpPr>
        <p:spPr/>
        <p:txBody>
          <a:bodyPr/>
          <a:lstStyle/>
          <a:p>
            <a:fld id="{C170EA2D-C590-4CE3-9DFD-B534E6E9E589}" type="slidenum">
              <a:rPr kumimoji="1" lang="ja-JP" altLang="en-US" smtClean="0"/>
              <a:t>5</a:t>
            </a:fld>
            <a:endParaRPr kumimoji="1" lang="ja-JP" altLang="en-US"/>
          </a:p>
        </p:txBody>
      </p:sp>
      <p:sp>
        <p:nvSpPr>
          <p:cNvPr id="9007" name="Accent Bar 9007"/>
          <p:cNvSpPr/>
          <p:nvPr/>
        </p:nvSpPr>
        <p:spPr>
          <a:xfrm>
            <a:off x="838200" y="1732280"/>
            <a:ext cx="685800" cy="33020"/>
          </a:xfrm>
          <a:prstGeom prst="rect">
            <a:avLst/>
          </a:prstGeom>
          <a:solidFill>
            <a:srgbClr val="0197A7"/>
          </a:solidFill>
          <a:ln>
            <a:noFill/>
          </a:ln>
        </p:spPr>
        <p:txBody>
          <a:bodyPr/>
          <a:lstStyle/>
          <a:p/>
        </p:txBody>
      </p:sp>
      <p:sp>
        <p:nvSpPr>
          <p:cNvPr id="9008" name="Section Breadcrumb 9008"/>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normAutofit fontScale="90000"/>
              </a:bodyPr>
              <a:lstStyle/>
              <a:p>
                <a:pPr marL="0" indent="0">
                  <a:lnSpc>
                    <a:spcPct val="100000"/>
                  </a:lnSpc>
                  <a:buNone/>
                </a:pPr>
                <a:r>
                  <a:rPr lang="ja-JP" altLang="en-US" sz="3200" dirty="0">
                    <a:solidFill>
                      <a:schemeClr val="tx1">
                        <a:lumMod val="65000"/>
                        <a:lumOff val="35000"/>
                      </a:schemeClr>
                    </a:solidFill>
                    <a:ea typeface="ＭＳ Ｐゴシック"/>
                  </a:rPr>
                  <a:t>結果１ </a:t>
                </a:r>
                <a:r>
                  <a:rPr lang="ja-JP" altLang="en-US" sz="3200">
                    <a:solidFill>
                      <a:schemeClr val="tx1">
                        <a:lumMod val="65000"/>
                        <a:lumOff val="35000"/>
                      </a:schemeClr>
                    </a:solidFill>
                    <a:ea typeface="ＭＳ Ｐゴシック"/>
                  </a:rPr>
                  <a:t>: </a:t>
                </a:r>
                <a:r>
                  <a:rPr lang="en-US" altLang="ja-JP" sz="3100" dirty="0">
                    <a:solidFill>
                      <a:schemeClr val="tx1">
                        <a:lumMod val="65000"/>
                        <a:lumOff val="35000"/>
                      </a:schemeClr>
                    </a:solidFill>
                    <a:ea typeface="ＭＳ Ｐゴシック"/>
                  </a:rPr>
                  <a:t>silencing moderate hubs</a:t>
                </a:r>
                <a:r>
                  <a:rPr lang="ja-JP" altLang="en-US" sz="3100">
                    <a:solidFill>
                      <a:schemeClr val="tx1">
                        <a:lumMod val="65000"/>
                        <a:lumOff val="35000"/>
                      </a:schemeClr>
                    </a:solidFill>
                    <a:ea typeface="ＭＳ Ｐゴシック"/>
                  </a:rPr>
                  <a:t>による各</a:t>
                </a:r>
                <a:r>
                  <a:rPr lang="en-US" altLang="ja-JP" sz="3100" dirty="0">
                    <a:solidFill>
                      <a:schemeClr val="tx1">
                        <a:lumMod val="65000"/>
                        <a:lumOff val="35000"/>
                      </a:schemeClr>
                    </a:solidFill>
                    <a:ea typeface="ＭＳ Ｐゴシック"/>
                  </a:rPr>
                  <a:t>camp</a:t>
                </a:r>
                <a:r>
                  <a:rPr lang="ja-JP" altLang="en-US" sz="3100">
                    <a:solidFill>
                      <a:schemeClr val="tx1">
                        <a:lumMod val="65000"/>
                        <a:lumOff val="35000"/>
                      </a:schemeClr>
                    </a:solidFill>
                    <a:ea typeface="ＭＳ Ｐゴシック"/>
                  </a:rPr>
                  <a:t>の</a:t>
                </a:r>
                <a:r>
                  <a:rPr lang="ja-JP" altLang="en-US" sz="3100" dirty="0">
                    <a:solidFill>
                      <a:schemeClr val="tx1">
                        <a:lumMod val="65000"/>
                        <a:lumOff val="35000"/>
                      </a:schemeClr>
                    </a:solidFill>
                    <a:ea typeface="ＭＳ Ｐゴシック"/>
                  </a:rPr>
                  <a:t>投稿率へ</a:t>
                </a:r>
                <a:r>
                  <a:rPr lang="ja-JP" altLang="en-US" sz="3100">
                    <a:solidFill>
                      <a:schemeClr val="tx1">
                        <a:lumMod val="65000"/>
                        <a:lumOff val="35000"/>
                      </a:schemeClr>
                    </a:solidFill>
                    <a:ea typeface="ＭＳ Ｐゴシック"/>
                  </a:rPr>
                  <a:t>の効果</a:t>
                </a:r>
                <a:r>
                  <a:rPr lang="en-US" altLang="ja-JP" sz="3100" dirty="0">
                    <a:solidFill>
                      <a:schemeClr val="tx1">
                        <a:lumMod val="65000"/>
                        <a:lumOff val="35000"/>
                      </a:schemeClr>
                    </a:solidFill>
                    <a:ea typeface="ＭＳ Ｐゴシック"/>
                  </a:rPr>
                  <a:t> </a:t>
                </a:r>
                <a:br>
                  <a:rPr lang="en-US" altLang="ja-JP" sz="2400" dirty="0">
                    <a:solidFill>
                      <a:schemeClr val="tx1">
                        <a:lumMod val="65000"/>
                        <a:lumOff val="35000"/>
                      </a:schemeClr>
                    </a:solidFill>
                    <a:ea typeface="ＭＳ Ｐゴシック"/>
                  </a:rPr>
                </a:br>
                <a:r>
                  <a:rPr lang="en-US" altLang="ja-JP" sz="2400" dirty="0">
                    <a:solidFill>
                      <a:schemeClr val="tx1">
                        <a:lumMod val="65000"/>
                        <a:lumOff val="35000"/>
                      </a:schemeClr>
                    </a:solidFill>
                    <a:ea typeface="ＭＳ Ｐゴシック"/>
                  </a:rPr>
                  <a:t>								(</a:t>
                </a:r>
                <a14:m>
                  <m:oMath xmlns:m="http://schemas.openxmlformats.org/officeDocument/2006/math">
                    <m:r>
                      <a:rPr lang="en-US" altLang="ja-JP" sz="2400" b="0" i="1" smtClean="0">
                        <a:solidFill>
                          <a:schemeClr val="tx1">
                            <a:lumMod val="65000"/>
                            <a:lumOff val="35000"/>
                          </a:schemeClr>
                        </a:solidFill>
                        <a:latin typeface="Cambria Math" panose="02040503050406030204" pitchFamily="18" charset="0"/>
                        <a:ea typeface="ＭＳ Ｐゴシック"/>
                      </a:rPr>
                      <m:t>𝑀</m:t>
                    </m:r>
                    <m:r>
                      <a:rPr lang="en-US" altLang="ja-JP" sz="2400" b="0" i="1" smtClean="0">
                        <a:solidFill>
                          <a:schemeClr val="tx1">
                            <a:lumMod val="65000"/>
                            <a:lumOff val="35000"/>
                          </a:schemeClr>
                        </a:solidFill>
                        <a:latin typeface="Cambria Math" panose="02040503050406030204" pitchFamily="18" charset="0"/>
                        <a:ea typeface="ＭＳ Ｐゴシック"/>
                      </a:rPr>
                      <m:t> </m:t>
                    </m:r>
                    <m:r>
                      <a:rPr lang="en-US" altLang="ja-JP" sz="2400" b="0" i="1" smtClean="0">
                        <a:solidFill>
                          <a:schemeClr val="tx1">
                            <a:lumMod val="65000"/>
                            <a:lumOff val="35000"/>
                          </a:schemeClr>
                        </a:solidFill>
                        <a:latin typeface="Cambria Math" panose="02040503050406030204" pitchFamily="18" charset="0"/>
                        <a:ea typeface="ＭＳ Ｐゴシック"/>
                      </a:rPr>
                      <m:t>𝑠𝑖𝑙𝑒𝑛𝑡</m:t>
                    </m:r>
                    <m:r>
                      <a:rPr lang="en-US" altLang="ja-JP" sz="2400" b="0" i="1" smtClean="0">
                        <a:solidFill>
                          <a:schemeClr val="tx1">
                            <a:lumMod val="65000"/>
                            <a:lumOff val="35000"/>
                          </a:schemeClr>
                        </a:solidFill>
                        <a:latin typeface="Cambria Math" panose="02040503050406030204" pitchFamily="18" charset="0"/>
                        <a:ea typeface="ＭＳ Ｐゴシック"/>
                      </a:rPr>
                      <m:t> −</m:t>
                    </m:r>
                    <m:r>
                      <a:rPr lang="en-US" altLang="ja-JP" sz="2400" b="0" i="1" smtClean="0">
                        <a:solidFill>
                          <a:schemeClr val="tx1">
                            <a:lumMod val="65000"/>
                            <a:lumOff val="35000"/>
                          </a:schemeClr>
                        </a:solidFill>
                        <a:latin typeface="Cambria Math" panose="02040503050406030204" pitchFamily="18" charset="0"/>
                        <a:ea typeface="ＭＳ Ｐゴシック"/>
                      </a:rPr>
                      <m:t>𝑐𝑜𝑛𝑡𝑟𝑜𝑙</m:t>
                    </m:r>
                  </m:oMath>
                </a14:m>
                <a:r>
                  <a:rPr lang="en-US" altLang="ja-JP" sz="2400" dirty="0">
                    <a:solidFill>
                      <a:schemeClr val="tx1">
                        <a:lumMod val="65000"/>
                        <a:lumOff val="35000"/>
                      </a:schemeClr>
                    </a:solidFill>
                    <a:ea typeface="ＭＳ Ｐゴシック"/>
                  </a:rPr>
                  <a:t>)</a:t>
                </a:r>
                <a:endParaRPr lang="ja-JP" altLang="en-US" sz="3200" dirty="0">
                  <a:solidFill>
                    <a:schemeClr val="tx1">
                      <a:lumMod val="65000"/>
                      <a:lumOff val="35000"/>
                    </a:schemeClr>
                  </a:solidFill>
                  <a:ea typeface="ＭＳ Ｐゴシック"/>
                </a:endParaRPr>
              </a:p>
            </p:txBody>
          </p:sp>
        </mc:Choice>
        <mc:Fallback>
          <p:sp>
            <p:nvSpPr>
              <p:cNvPr id="2" name="Title 1"/>
              <p:cNvSpPr>
                <a:spLocks noGrp="1" noRot="1" noChangeAspect="1" noMove="1" noResize="1" noEditPoints="1" noAdjustHandles="1" noChangeArrowheads="1" noChangeShapeType="1" noTextEdit="1"/>
              </p:cNvSpPr>
              <p:nvPr>
                <p:ph type="title"/>
              </p:nvPr>
            </p:nvSpPr>
            <p:spPr>
              <a:blipFill>
                <a:blip r:embed="rId2"/>
                <a:stretch>
                  <a:fillRect l="-1327"/>
                </a:stretch>
              </a:blipFill>
            </p:spPr>
            <p:txBody>
              <a:bodyPr/>
              <a:lstStyle/>
              <a:p>
                <a:r>
                  <a:rPr lang="ja-JP" altLang="en-US">
                    <a:noFill/>
                  </a:rPr>
                  <a:t> </a:t>
                </a:r>
              </a:p>
            </p:txBody>
          </p:sp>
        </mc:Fallback>
      </mc:AlternateContent>
      <p:pic>
        <p:nvPicPr>
          <p:cNvPr id="3" name="Picture 2" descr="outcome-heatmap.png"/>
          <p:cNvPicPr>
            <a:picLocks noChangeAspect="1"/>
          </p:cNvPicPr>
          <p:nvPr/>
        </p:nvPicPr>
        <p:blipFill>
          <a:blip r:embed="rId3"/>
          <a:stretch>
            <a:fillRect/>
          </a:stretch>
        </p:blipFill>
        <p:spPr>
          <a:xfrm>
            <a:off x="838200" y="1825625"/>
            <a:ext cx="10515600" cy="3505200"/>
          </a:xfrm>
          <a:prstGeom prst="rect">
            <a:avLst/>
          </a:prstGeom>
        </p:spPr>
      </p:pic>
      <p:sp>
        <p:nvSpPr>
          <p:cNvPr id="4" name="TextBox 3"/>
          <p:cNvSpPr txBox="1"/>
          <p:nvPr/>
        </p:nvSpPr>
        <p:spPr>
          <a:xfrm>
            <a:off x="838200" y="5460825"/>
            <a:ext cx="10700493" cy="1200329"/>
          </a:xfrm>
          <a:prstGeom prst="rect">
            <a:avLst/>
          </a:prstGeom>
          <a:noFill/>
        </p:spPr>
        <p:txBody>
          <a:bodyPr wrap="none" anchor="t">
            <a:spAutoFit/>
          </a:bodyPr>
          <a:lstStyle/>
          <a:p>
            <a:pPr>
              <a:lnSpc>
                <a:spcPct val="100000"/>
              </a:lnSpc>
            </a:pPr>
            <a:r>
              <a:rPr lang="en" altLang="ja-JP" sz="2400" b="1" dirty="0">
                <a:solidFill>
                  <a:schemeClr val="tx1">
                    <a:lumMod val="65000"/>
                    <a:lumOff val="35000"/>
                  </a:schemeClr>
                </a:solidFill>
                <a:ea typeface="ＭＳ Ｐゴシック"/>
              </a:rPr>
              <a:t>Moderate hubs</a:t>
            </a:r>
            <a:r>
              <a:rPr lang="ja-JP" altLang="en-US" sz="2400" b="1">
                <a:solidFill>
                  <a:schemeClr val="tx1">
                    <a:lumMod val="65000"/>
                    <a:lumOff val="35000"/>
                  </a:schemeClr>
                </a:solidFill>
                <a:ea typeface="ＭＳ Ｐゴシック"/>
              </a:rPr>
              <a:t>の投稿活動を抑制すると</a:t>
            </a:r>
            <a:r>
              <a:rPr lang="en-US" altLang="ja-JP" sz="2400" b="1" dirty="0">
                <a:solidFill>
                  <a:schemeClr val="tx1">
                    <a:lumMod val="65000"/>
                    <a:lumOff val="35000"/>
                  </a:schemeClr>
                </a:solidFill>
                <a:ea typeface="ＭＳ Ｐゴシック"/>
              </a:rPr>
              <a:t>, </a:t>
            </a:r>
            <a:r>
              <a:rPr lang="ja-JP" altLang="en-US" sz="2400" b="1">
                <a:solidFill>
                  <a:schemeClr val="tx1">
                    <a:lumMod val="65000"/>
                    <a:lumOff val="35000"/>
                  </a:schemeClr>
                </a:solidFill>
                <a:ea typeface="ＭＳ Ｐゴシック"/>
              </a:rPr>
              <a:t>抑制しなかった場合に比べて</a:t>
            </a:r>
            <a:endParaRPr lang="en" altLang="ja-JP" sz="2400" b="1" dirty="0">
              <a:solidFill>
                <a:schemeClr val="tx1">
                  <a:lumMod val="65000"/>
                  <a:lumOff val="35000"/>
                </a:schemeClr>
              </a:solidFill>
              <a:ea typeface="ＭＳ Ｐゴシック"/>
            </a:endParaRPr>
          </a:p>
          <a:p>
            <a:pPr marL="342900" indent="-342900">
              <a:lnSpc>
                <a:spcPct val="100000"/>
              </a:lnSpc>
              <a:buFont typeface="Arial"/>
              <a:buChar char="•"/>
            </a:pPr>
            <a:r>
              <a:rPr lang="en" altLang="ja-JP" sz="2400" b="1" dirty="0">
                <a:solidFill>
                  <a:srgbClr val="0197A7"/>
                </a:solidFill>
                <a:ea typeface="ＭＳ Ｐゴシック"/>
              </a:rPr>
              <a:t>M</a:t>
            </a:r>
            <a:r>
              <a:rPr lang="ja-JP" altLang="en-US" sz="2400" b="1">
                <a:solidFill>
                  <a:srgbClr val="0197A7"/>
                </a:solidFill>
                <a:ea typeface="ＭＳ Ｐゴシック"/>
              </a:rPr>
              <a:t>oderate</a:t>
            </a:r>
            <a:r>
              <a:rPr lang="ja-JP" altLang="en-US" sz="2400">
                <a:solidFill>
                  <a:schemeClr val="tx1">
                    <a:lumMod val="65000"/>
                    <a:lumOff val="35000"/>
                  </a:schemeClr>
                </a:solidFill>
                <a:ea typeface="ＭＳ Ｐゴシック"/>
              </a:rPr>
              <a:t>では常に投稿活動が抑制され, </a:t>
            </a:r>
            <a:r>
              <a:rPr lang="ja-JP" altLang="en-US" sz="2400" b="1" dirty="0">
                <a:solidFill>
                  <a:srgbClr val="0197A7"/>
                </a:solidFill>
                <a:ea typeface="ＭＳ Ｐゴシック"/>
              </a:rPr>
              <a:t>near</a:t>
            </a:r>
            <a:r>
              <a:rPr lang="ja-JP" altLang="en-US" sz="2400" b="1">
                <a:solidFill>
                  <a:srgbClr val="0197A7"/>
                </a:solidFill>
                <a:ea typeface="ＭＳ Ｐゴシック"/>
              </a:rPr>
              <a:t>-extreme</a:t>
            </a:r>
            <a:r>
              <a:rPr lang="ja-JP" altLang="en-US" sz="2400">
                <a:solidFill>
                  <a:schemeClr val="tx1">
                    <a:lumMod val="65000"/>
                    <a:lumOff val="35000"/>
                  </a:schemeClr>
                </a:solidFill>
                <a:ea typeface="ＭＳ Ｐゴシック"/>
              </a:rPr>
              <a:t>では常に活性化される</a:t>
            </a:r>
            <a:endParaRPr lang="en-US" altLang="ja-JP" sz="2400" dirty="0">
              <a:solidFill>
                <a:schemeClr val="tx1">
                  <a:lumMod val="65000"/>
                  <a:lumOff val="35000"/>
                </a:schemeClr>
              </a:solidFill>
              <a:ea typeface="ＭＳ Ｐゴシック"/>
            </a:endParaRPr>
          </a:p>
          <a:p>
            <a:pPr marL="342900" indent="-342900">
              <a:lnSpc>
                <a:spcPct val="100000"/>
              </a:lnSpc>
              <a:buFont typeface="Arial"/>
              <a:buChar char="•"/>
            </a:pPr>
            <a:r>
              <a:rPr lang="en-US" altLang="ja-JP" sz="2400" b="1" dirty="0">
                <a:solidFill>
                  <a:srgbClr val="0197A7"/>
                </a:solidFill>
                <a:ea typeface="ＭＳ Ｐゴシック"/>
              </a:rPr>
              <a:t>E</a:t>
            </a:r>
            <a:r>
              <a:rPr lang="ja-JP" altLang="en-US" sz="2400" b="1">
                <a:solidFill>
                  <a:srgbClr val="0197A7"/>
                </a:solidFill>
                <a:ea typeface="ＭＳ Ｐゴシック"/>
              </a:rPr>
              <a:t>xtreme</a:t>
            </a:r>
            <a:r>
              <a:rPr lang="ja-JP" altLang="en-US" sz="2400" dirty="0">
                <a:solidFill>
                  <a:schemeClr val="tx1">
                    <a:lumMod val="65000"/>
                    <a:lumOff val="35000"/>
                  </a:schemeClr>
                </a:solidFill>
                <a:ea typeface="ＭＳ Ｐゴシック"/>
              </a:rPr>
              <a:t>は符号反転: 低VCRで抑制, 高VCRで促進 (境界はP_uに依存)</a:t>
            </a:r>
          </a:p>
        </p:txBody>
      </p:sp>
      <p:sp>
        <p:nvSpPr>
          <p:cNvPr id="900" name="スライド番号プレースホルダー 900"/>
          <p:cNvSpPr>
            <a:spLocks noGrp="1"/>
          </p:cNvSpPr>
          <p:nvPr>
            <p:ph type="sldNum" sz="quarter" idx="12"/>
          </p:nvPr>
        </p:nvSpPr>
        <p:spPr/>
        <p:txBody>
          <a:bodyPr/>
          <a:lstStyle/>
          <a:p>
            <a:fld id="{138F1B6B-C1ED-4AB5-8439-9F8DC306056E}" type="slidenum">
              <a:rPr kumimoji="1" lang="ja-JP" altLang="en-US" smtClean="0"/>
              <a:t>6</a:t>
            </a:fld>
            <a:endParaRPr kumimoji="1" lang="ja-JP" altLang="en-US"/>
          </a:p>
        </p:txBody>
      </p:sp>
      <p:sp>
        <p:nvSpPr>
          <p:cNvPr id="9009" name="Accent Bar 9009"/>
          <p:cNvSpPr/>
          <p:nvPr/>
        </p:nvSpPr>
        <p:spPr>
          <a:xfrm>
            <a:off x="838200" y="1732280"/>
            <a:ext cx="685800" cy="33020"/>
          </a:xfrm>
          <a:prstGeom prst="rect">
            <a:avLst/>
          </a:prstGeom>
          <a:solidFill>
            <a:srgbClr val="0197A7"/>
          </a:solidFill>
          <a:ln>
            <a:noFill/>
          </a:ln>
        </p:spPr>
        <p:txBody>
          <a:bodyPr/>
          <a:lstStyle/>
          <a:p/>
        </p:txBody>
      </p:sp>
      <p:sp>
        <p:nvSpPr>
          <p:cNvPr id="9010" name="Section Breadcrumb 9010"/>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0045-422A-10F1-E7D2-3B0EA33E889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74B9A4B7-C266-15EF-C344-7F1825178B69}"/>
                  </a:ext>
                </a:extLst>
              </p:cNvPr>
              <p:cNvSpPr>
                <a:spLocks noGrp="1"/>
              </p:cNvSpPr>
              <p:nvPr>
                <p:ph type="title"/>
              </p:nvPr>
            </p:nvSpPr>
            <p:spPr/>
            <p:txBody>
              <a:bodyPr>
                <a:normAutofit fontScale="90000"/>
              </a:bodyPr>
              <a:lstStyle/>
              <a:p>
                <a:pPr marL="0" indent="0">
                  <a:lnSpc>
                    <a:spcPct val="100000"/>
                  </a:lnSpc>
                  <a:buNone/>
                </a:pPr>
                <a:r>
                  <a:rPr lang="ja-JP" altLang="en-US" sz="3200" dirty="0">
                    <a:solidFill>
                      <a:schemeClr val="tx1">
                        <a:lumMod val="65000"/>
                        <a:lumOff val="35000"/>
                      </a:schemeClr>
                    </a:solidFill>
                    <a:ea typeface="ＭＳ Ｐゴシック"/>
                  </a:rPr>
                  <a:t>結果１ </a:t>
                </a:r>
                <a:r>
                  <a:rPr lang="ja-JP" altLang="en-US" sz="3200">
                    <a:solidFill>
                      <a:schemeClr val="tx1">
                        <a:lumMod val="65000"/>
                        <a:lumOff val="35000"/>
                      </a:schemeClr>
                    </a:solidFill>
                    <a:ea typeface="ＭＳ Ｐゴシック"/>
                  </a:rPr>
                  <a:t>: </a:t>
                </a:r>
                <a:r>
                  <a:rPr lang="en-US" altLang="ja-JP" sz="3100" dirty="0">
                    <a:solidFill>
                      <a:schemeClr val="tx1">
                        <a:lumMod val="65000"/>
                        <a:lumOff val="35000"/>
                      </a:schemeClr>
                    </a:solidFill>
                    <a:ea typeface="ＭＳ Ｐゴシック"/>
                  </a:rPr>
                  <a:t>activating moderate hubs</a:t>
                </a:r>
                <a:r>
                  <a:rPr lang="ja-JP" altLang="en-US" sz="3100">
                    <a:solidFill>
                      <a:schemeClr val="tx1">
                        <a:lumMod val="65000"/>
                        <a:lumOff val="35000"/>
                      </a:schemeClr>
                    </a:solidFill>
                    <a:ea typeface="ＭＳ Ｐゴシック"/>
                  </a:rPr>
                  <a:t>による各</a:t>
                </a:r>
                <a:r>
                  <a:rPr lang="en-US" altLang="ja-JP" sz="3100" dirty="0">
                    <a:solidFill>
                      <a:schemeClr val="tx1">
                        <a:lumMod val="65000"/>
                        <a:lumOff val="35000"/>
                      </a:schemeClr>
                    </a:solidFill>
                    <a:ea typeface="ＭＳ Ｐゴシック"/>
                  </a:rPr>
                  <a:t>camp</a:t>
                </a:r>
                <a:r>
                  <a:rPr lang="ja-JP" altLang="en-US" sz="3100">
                    <a:solidFill>
                      <a:schemeClr val="tx1">
                        <a:lumMod val="65000"/>
                        <a:lumOff val="35000"/>
                      </a:schemeClr>
                    </a:solidFill>
                    <a:ea typeface="ＭＳ Ｐゴシック"/>
                  </a:rPr>
                  <a:t>の</a:t>
                </a:r>
                <a:r>
                  <a:rPr lang="ja-JP" altLang="en-US" sz="3100" dirty="0">
                    <a:solidFill>
                      <a:schemeClr val="tx1">
                        <a:lumMod val="65000"/>
                        <a:lumOff val="35000"/>
                      </a:schemeClr>
                    </a:solidFill>
                    <a:ea typeface="ＭＳ Ｐゴシック"/>
                  </a:rPr>
                  <a:t>投稿率へ</a:t>
                </a:r>
                <a:r>
                  <a:rPr lang="ja-JP" altLang="en-US" sz="3100">
                    <a:solidFill>
                      <a:schemeClr val="tx1">
                        <a:lumMod val="65000"/>
                        <a:lumOff val="35000"/>
                      </a:schemeClr>
                    </a:solidFill>
                    <a:ea typeface="ＭＳ Ｐゴシック"/>
                  </a:rPr>
                  <a:t>の効果</a:t>
                </a:r>
                <a:r>
                  <a:rPr lang="en-US" altLang="ja-JP" sz="3100" dirty="0">
                    <a:solidFill>
                      <a:schemeClr val="tx1">
                        <a:lumMod val="65000"/>
                        <a:lumOff val="35000"/>
                      </a:schemeClr>
                    </a:solidFill>
                    <a:ea typeface="ＭＳ Ｐゴシック"/>
                  </a:rPr>
                  <a:t> </a:t>
                </a:r>
                <a:br>
                  <a:rPr lang="en-US" altLang="ja-JP" sz="2400" dirty="0">
                    <a:solidFill>
                      <a:schemeClr val="tx1">
                        <a:lumMod val="65000"/>
                        <a:lumOff val="35000"/>
                      </a:schemeClr>
                    </a:solidFill>
                    <a:ea typeface="ＭＳ Ｐゴシック"/>
                  </a:rPr>
                </a:br>
                <a:r>
                  <a:rPr lang="en-US" altLang="ja-JP" sz="2400" dirty="0">
                    <a:solidFill>
                      <a:schemeClr val="tx1">
                        <a:lumMod val="65000"/>
                        <a:lumOff val="35000"/>
                      </a:schemeClr>
                    </a:solidFill>
                    <a:ea typeface="ＭＳ Ｐゴシック"/>
                  </a:rPr>
                  <a:t>					</a:t>
                </a:r>
                <a:r>
                  <a:rPr lang="ja-JP" altLang="en-US" sz="2400">
                    <a:solidFill>
                      <a:schemeClr val="tx1">
                        <a:lumMod val="65000"/>
                        <a:lumOff val="35000"/>
                      </a:schemeClr>
                    </a:solidFill>
                    <a:ea typeface="ＭＳ Ｐゴシック"/>
                  </a:rPr>
                  <a:t>符号を反転させて考える</a:t>
                </a:r>
                <a:r>
                  <a:rPr lang="en-US" altLang="ja-JP" sz="2400" dirty="0">
                    <a:solidFill>
                      <a:schemeClr val="tx1">
                        <a:lumMod val="65000"/>
                        <a:lumOff val="35000"/>
                      </a:schemeClr>
                    </a:solidFill>
                    <a:ea typeface="ＭＳ Ｐゴシック"/>
                  </a:rPr>
                  <a:t> (</a:t>
                </a:r>
                <a14:m>
                  <m:oMath xmlns:m="http://schemas.openxmlformats.org/officeDocument/2006/math">
                    <m:r>
                      <m:rPr>
                        <m:sty m:val="p"/>
                      </m:rPr>
                      <a:rPr lang="en-US" altLang="ja-JP" sz="2400" b="0" i="0" smtClean="0">
                        <a:solidFill>
                          <a:schemeClr val="tx1">
                            <a:lumMod val="65000"/>
                            <a:lumOff val="35000"/>
                          </a:schemeClr>
                        </a:solidFill>
                        <a:latin typeface="Cambria Math" panose="02040503050406030204" pitchFamily="18" charset="0"/>
                        <a:ea typeface="ＭＳ Ｐゴシック"/>
                      </a:rPr>
                      <m:t>control</m:t>
                    </m:r>
                    <m:r>
                      <a:rPr lang="en-US" altLang="ja-JP" sz="2400" b="0" i="1" smtClean="0">
                        <a:solidFill>
                          <a:schemeClr val="tx1">
                            <a:lumMod val="65000"/>
                            <a:lumOff val="35000"/>
                          </a:schemeClr>
                        </a:solidFill>
                        <a:latin typeface="Cambria Math" panose="02040503050406030204" pitchFamily="18" charset="0"/>
                        <a:ea typeface="ＭＳ Ｐゴシック"/>
                      </a:rPr>
                      <m:t> −</m:t>
                    </m:r>
                    <m:r>
                      <a:rPr lang="en-US" altLang="ja-JP" sz="2400" b="0" i="1" smtClean="0">
                        <a:solidFill>
                          <a:schemeClr val="tx1">
                            <a:lumMod val="65000"/>
                            <a:lumOff val="35000"/>
                          </a:schemeClr>
                        </a:solidFill>
                        <a:latin typeface="Cambria Math" panose="02040503050406030204" pitchFamily="18" charset="0"/>
                        <a:ea typeface="ＭＳ Ｐゴシック"/>
                      </a:rPr>
                      <m:t>𝑀</m:t>
                    </m:r>
                    <m:r>
                      <a:rPr lang="en-US" altLang="ja-JP" sz="2400" b="0" i="1" smtClean="0">
                        <a:solidFill>
                          <a:schemeClr val="tx1">
                            <a:lumMod val="65000"/>
                            <a:lumOff val="35000"/>
                          </a:schemeClr>
                        </a:solidFill>
                        <a:latin typeface="Cambria Math" panose="02040503050406030204" pitchFamily="18" charset="0"/>
                        <a:ea typeface="ＭＳ Ｐゴシック"/>
                      </a:rPr>
                      <m:t> </m:t>
                    </m:r>
                    <m:r>
                      <a:rPr lang="en-US" altLang="ja-JP" sz="2400" b="0" i="1" smtClean="0">
                        <a:solidFill>
                          <a:schemeClr val="tx1">
                            <a:lumMod val="65000"/>
                            <a:lumOff val="35000"/>
                          </a:schemeClr>
                        </a:solidFill>
                        <a:latin typeface="Cambria Math" panose="02040503050406030204" pitchFamily="18" charset="0"/>
                        <a:ea typeface="ＭＳ Ｐゴシック"/>
                      </a:rPr>
                      <m:t>𝑠𝑖𝑙𝑒𝑛𝑡</m:t>
                    </m:r>
                  </m:oMath>
                </a14:m>
                <a:r>
                  <a:rPr lang="en-US" altLang="ja-JP" sz="2400" dirty="0">
                    <a:solidFill>
                      <a:schemeClr val="tx1">
                        <a:lumMod val="65000"/>
                        <a:lumOff val="35000"/>
                      </a:schemeClr>
                    </a:solidFill>
                    <a:ea typeface="ＭＳ Ｐゴシック"/>
                  </a:rPr>
                  <a:t>)</a:t>
                </a:r>
                <a:endParaRPr lang="ja-JP" altLang="en-US" sz="3200" dirty="0">
                  <a:solidFill>
                    <a:schemeClr val="tx1">
                      <a:lumMod val="65000"/>
                      <a:lumOff val="35000"/>
                    </a:schemeClr>
                  </a:solidFill>
                  <a:ea typeface="ＭＳ Ｐゴシック"/>
                </a:endParaRPr>
              </a:p>
            </p:txBody>
          </p:sp>
        </mc:Choice>
        <mc:Fallback>
          <p:sp>
            <p:nvSpPr>
              <p:cNvPr id="2" name="Title 1">
                <a:extLst>
                  <a:ext uri="{FF2B5EF4-FFF2-40B4-BE49-F238E27FC236}">
                    <a16:creationId xmlns:a16="http://schemas.microsoft.com/office/drawing/2014/main" id="{74B9A4B7-C266-15EF-C344-7F1825178B69}"/>
                  </a:ext>
                </a:extLst>
              </p:cNvPr>
              <p:cNvSpPr>
                <a:spLocks noGrp="1" noRot="1" noChangeAspect="1" noMove="1" noResize="1" noEditPoints="1" noAdjustHandles="1" noChangeArrowheads="1" noChangeShapeType="1" noTextEdit="1"/>
              </p:cNvSpPr>
              <p:nvPr>
                <p:ph type="title"/>
              </p:nvPr>
            </p:nvSpPr>
            <p:spPr>
              <a:blipFill>
                <a:blip r:embed="rId2"/>
                <a:stretch>
                  <a:fillRect l="-1327"/>
                </a:stretch>
              </a:blipFill>
            </p:spPr>
            <p:txBody>
              <a:bodyPr/>
              <a:lstStyle/>
              <a:p>
                <a:r>
                  <a:rPr lang="ja-JP" altLang="en-US">
                    <a:noFill/>
                  </a:rPr>
                  <a:t> </a:t>
                </a:r>
              </a:p>
            </p:txBody>
          </p:sp>
        </mc:Fallback>
      </mc:AlternateContent>
      <p:pic>
        <p:nvPicPr>
          <p:cNvPr id="3" name="Picture 2" descr="outcome-heatmap.png">
            <a:extLst>
              <a:ext uri="{FF2B5EF4-FFF2-40B4-BE49-F238E27FC236}">
                <a16:creationId xmlns:a16="http://schemas.microsoft.com/office/drawing/2014/main" id="{A55FB08B-0CB1-6C58-8791-B57FEABB2F8B}"/>
              </a:ext>
            </a:extLst>
          </p:cNvPr>
          <p:cNvPicPr>
            <a:picLocks noChangeAspect="1"/>
          </p:cNvPicPr>
          <p:nvPr/>
        </p:nvPicPr>
        <p:blipFill>
          <a:blip r:embed="rId3"/>
          <a:stretch>
            <a:fillRect/>
          </a:stretch>
        </p:blipFill>
        <p:spPr>
          <a:xfrm>
            <a:off x="838200" y="1825625"/>
            <a:ext cx="10515600" cy="3505200"/>
          </a:xfrm>
          <a:prstGeom prst="rect">
            <a:avLst/>
          </a:prstGeom>
        </p:spPr>
      </p:pic>
      <p:sp>
        <p:nvSpPr>
          <p:cNvPr id="4" name="TextBox 3">
            <a:extLst>
              <a:ext uri="{FF2B5EF4-FFF2-40B4-BE49-F238E27FC236}">
                <a16:creationId xmlns:a16="http://schemas.microsoft.com/office/drawing/2014/main" id="{1F7D14B2-D0C3-1F44-5DEE-A554A2699A03}"/>
              </a:ext>
            </a:extLst>
          </p:cNvPr>
          <p:cNvSpPr txBox="1"/>
          <p:nvPr/>
        </p:nvSpPr>
        <p:spPr>
          <a:xfrm>
            <a:off x="838200" y="5460825"/>
            <a:ext cx="10392717" cy="1200329"/>
          </a:xfrm>
          <a:prstGeom prst="rect">
            <a:avLst/>
          </a:prstGeom>
          <a:noFill/>
        </p:spPr>
        <p:txBody>
          <a:bodyPr wrap="none" anchor="t">
            <a:spAutoFit/>
          </a:bodyPr>
          <a:lstStyle/>
          <a:p>
            <a:pPr>
              <a:lnSpc>
                <a:spcPct val="100000"/>
              </a:lnSpc>
            </a:pPr>
            <a:r>
              <a:rPr lang="en" altLang="ja-JP" sz="2400" b="1" dirty="0">
                <a:solidFill>
                  <a:schemeClr val="tx1">
                    <a:lumMod val="65000"/>
                    <a:lumOff val="35000"/>
                  </a:schemeClr>
                </a:solidFill>
                <a:ea typeface="ＭＳ Ｐゴシック"/>
              </a:rPr>
              <a:t>Moderate hubs</a:t>
            </a:r>
            <a:r>
              <a:rPr lang="ja-JP" altLang="en-US" sz="2400" b="1">
                <a:solidFill>
                  <a:schemeClr val="tx1">
                    <a:lumMod val="65000"/>
                    <a:lumOff val="35000"/>
                  </a:schemeClr>
                </a:solidFill>
                <a:ea typeface="ＭＳ Ｐゴシック"/>
              </a:rPr>
              <a:t>の投稿活動を活性化させると</a:t>
            </a:r>
            <a:r>
              <a:rPr lang="en-US" altLang="ja-JP" sz="2400" b="1" dirty="0">
                <a:solidFill>
                  <a:schemeClr val="tx1">
                    <a:lumMod val="65000"/>
                    <a:lumOff val="35000"/>
                  </a:schemeClr>
                </a:solidFill>
                <a:ea typeface="ＭＳ Ｐゴシック"/>
              </a:rPr>
              <a:t>, </a:t>
            </a:r>
            <a:r>
              <a:rPr lang="ja-JP" altLang="en-US" sz="2400" b="1">
                <a:solidFill>
                  <a:schemeClr val="tx1">
                    <a:lumMod val="65000"/>
                    <a:lumOff val="35000"/>
                  </a:schemeClr>
                </a:solidFill>
                <a:ea typeface="ＭＳ Ｐゴシック"/>
              </a:rPr>
              <a:t>抑制させた場合に比べて</a:t>
            </a:r>
            <a:endParaRPr lang="en" altLang="ja-JP" sz="2400" b="1" dirty="0">
              <a:solidFill>
                <a:schemeClr val="tx1">
                  <a:lumMod val="65000"/>
                  <a:lumOff val="35000"/>
                </a:schemeClr>
              </a:solidFill>
              <a:ea typeface="ＭＳ Ｐゴシック"/>
            </a:endParaRPr>
          </a:p>
          <a:p>
            <a:pPr marL="342900" indent="-342900">
              <a:lnSpc>
                <a:spcPct val="100000"/>
              </a:lnSpc>
              <a:buFont typeface="Arial"/>
              <a:buChar char="•"/>
            </a:pPr>
            <a:r>
              <a:rPr lang="en" altLang="ja-JP" sz="2400" b="1" dirty="0">
                <a:solidFill>
                  <a:srgbClr val="0197A7"/>
                </a:solidFill>
                <a:ea typeface="ＭＳ Ｐゴシック"/>
              </a:rPr>
              <a:t>M</a:t>
            </a:r>
            <a:r>
              <a:rPr lang="ja-JP" altLang="en-US" sz="2400" b="1">
                <a:solidFill>
                  <a:srgbClr val="0197A7"/>
                </a:solidFill>
                <a:ea typeface="ＭＳ Ｐゴシック"/>
              </a:rPr>
              <a:t>oderate</a:t>
            </a:r>
            <a:r>
              <a:rPr lang="ja-JP" altLang="en-US" sz="2400">
                <a:solidFill>
                  <a:schemeClr val="tx1">
                    <a:lumMod val="65000"/>
                    <a:lumOff val="35000"/>
                  </a:schemeClr>
                </a:solidFill>
                <a:ea typeface="ＭＳ Ｐゴシック"/>
              </a:rPr>
              <a:t>では常に投稿活動が促進され, </a:t>
            </a:r>
            <a:r>
              <a:rPr lang="ja-JP" altLang="en-US" sz="2400" b="1" dirty="0">
                <a:solidFill>
                  <a:srgbClr val="0197A7"/>
                </a:solidFill>
                <a:ea typeface="ＭＳ Ｐゴシック"/>
              </a:rPr>
              <a:t>near</a:t>
            </a:r>
            <a:r>
              <a:rPr lang="ja-JP" altLang="en-US" sz="2400" b="1">
                <a:solidFill>
                  <a:srgbClr val="0197A7"/>
                </a:solidFill>
                <a:ea typeface="ＭＳ Ｐゴシック"/>
              </a:rPr>
              <a:t>-extreme</a:t>
            </a:r>
            <a:r>
              <a:rPr lang="ja-JP" altLang="en-US" sz="2400">
                <a:solidFill>
                  <a:schemeClr val="tx1">
                    <a:lumMod val="65000"/>
                    <a:lumOff val="35000"/>
                  </a:schemeClr>
                </a:solidFill>
                <a:ea typeface="ＭＳ Ｐゴシック"/>
              </a:rPr>
              <a:t>では常に抑制される</a:t>
            </a:r>
            <a:endParaRPr lang="en-US" altLang="ja-JP" sz="2400" dirty="0">
              <a:solidFill>
                <a:schemeClr val="tx1">
                  <a:lumMod val="65000"/>
                  <a:lumOff val="35000"/>
                </a:schemeClr>
              </a:solidFill>
              <a:ea typeface="ＭＳ Ｐゴシック"/>
            </a:endParaRPr>
          </a:p>
          <a:p>
            <a:pPr marL="342900" indent="-342900">
              <a:lnSpc>
                <a:spcPct val="100000"/>
              </a:lnSpc>
              <a:buFont typeface="Arial"/>
              <a:buChar char="•"/>
            </a:pPr>
            <a:r>
              <a:rPr lang="en-US" altLang="ja-JP" sz="2400" b="1" dirty="0">
                <a:solidFill>
                  <a:srgbClr val="0197A7"/>
                </a:solidFill>
                <a:ea typeface="ＭＳ Ｐゴシック"/>
              </a:rPr>
              <a:t>E</a:t>
            </a:r>
            <a:r>
              <a:rPr lang="ja-JP" altLang="en-US" sz="2400" b="1">
                <a:solidFill>
                  <a:srgbClr val="0197A7"/>
                </a:solidFill>
                <a:ea typeface="ＭＳ Ｐゴシック"/>
              </a:rPr>
              <a:t>xtreme</a:t>
            </a:r>
            <a:r>
              <a:rPr lang="ja-JP" altLang="en-US" sz="2400" dirty="0">
                <a:solidFill>
                  <a:schemeClr val="tx1">
                    <a:lumMod val="65000"/>
                    <a:lumOff val="35000"/>
                  </a:schemeClr>
                </a:solidFill>
                <a:ea typeface="ＭＳ Ｐゴシック"/>
              </a:rPr>
              <a:t>は符号反転: </a:t>
            </a:r>
            <a:r>
              <a:rPr lang="ja-JP" altLang="en-US" sz="2400">
                <a:solidFill>
                  <a:schemeClr val="tx1">
                    <a:lumMod val="65000"/>
                    <a:lumOff val="35000"/>
                  </a:schemeClr>
                </a:solidFill>
                <a:ea typeface="ＭＳ Ｐゴシック"/>
              </a:rPr>
              <a:t>低VCRで促進, 高VCRで抑制 </a:t>
            </a:r>
            <a:r>
              <a:rPr lang="ja-JP" altLang="en-US" sz="2400" dirty="0">
                <a:solidFill>
                  <a:schemeClr val="tx1">
                    <a:lumMod val="65000"/>
                    <a:lumOff val="35000"/>
                  </a:schemeClr>
                </a:solidFill>
                <a:ea typeface="ＭＳ Ｐゴシック"/>
              </a:rPr>
              <a:t>(境界はP_uに依存)</a:t>
            </a:r>
          </a:p>
        </p:txBody>
      </p:sp>
      <p:sp>
        <p:nvSpPr>
          <p:cNvPr id="900" name="スライド番号プレースホルダー 900">
            <a:extLst>
              <a:ext uri="{FF2B5EF4-FFF2-40B4-BE49-F238E27FC236}">
                <a16:creationId xmlns:a16="http://schemas.microsoft.com/office/drawing/2014/main" id="{EE0E36BD-61BE-2F2A-59FC-12488268363A}"/>
              </a:ext>
            </a:extLst>
          </p:cNvPr>
          <p:cNvSpPr>
            <a:spLocks noGrp="1"/>
          </p:cNvSpPr>
          <p:nvPr>
            <p:ph type="sldNum" sz="quarter" idx="12"/>
          </p:nvPr>
        </p:nvSpPr>
        <p:spPr/>
        <p:txBody>
          <a:bodyPr/>
          <a:lstStyle/>
          <a:p>
            <a:fld id="{138F1B6B-C1ED-4AB5-8439-9F8DC306056E}" type="slidenum">
              <a:rPr kumimoji="1" lang="ja-JP" altLang="en-US" smtClean="0"/>
              <a:t>7</a:t>
            </a:fld>
            <a:endParaRPr kumimoji="1" lang="ja-JP" altLang="en-US"/>
          </a:p>
        </p:txBody>
      </p:sp>
      <p:sp>
        <p:nvSpPr>
          <p:cNvPr id="9011" name="Accent Bar 9011"/>
          <p:cNvSpPr/>
          <p:nvPr/>
        </p:nvSpPr>
        <p:spPr>
          <a:xfrm>
            <a:off x="838200" y="1732280"/>
            <a:ext cx="685800" cy="33020"/>
          </a:xfrm>
          <a:prstGeom prst="rect">
            <a:avLst/>
          </a:prstGeom>
          <a:solidFill>
            <a:srgbClr val="0197A7"/>
          </a:solidFill>
          <a:ln>
            <a:noFill/>
          </a:ln>
        </p:spPr>
        <p:txBody>
          <a:bodyPr/>
          <a:lstStyle/>
          <a:p/>
        </p:txBody>
      </p:sp>
      <p:sp>
        <p:nvSpPr>
          <p:cNvPr id="9012" name="Section Breadcrumb 9012"/>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extLst>
      <p:ext uri="{BB962C8B-B14F-4D97-AF65-F5344CB8AC3E}">
        <p14:creationId xmlns:p14="http://schemas.microsoft.com/office/powerpoint/2010/main" val="878175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ja-JP" altLang="en-US" sz="3200" dirty="0">
                <a:solidFill>
                  <a:schemeClr val="tx1">
                    <a:lumMod val="65000"/>
                    <a:lumOff val="35000"/>
                  </a:schemeClr>
                </a:solidFill>
                <a:ea typeface="ＭＳ Ｐゴシック"/>
              </a:rPr>
              <a:t>結果２ </a:t>
            </a:r>
            <a:r>
              <a:rPr lang="ja-JP" altLang="en-US" sz="3200">
                <a:solidFill>
                  <a:schemeClr val="tx1">
                    <a:lumMod val="65000"/>
                    <a:lumOff val="35000"/>
                  </a:schemeClr>
                </a:solidFill>
                <a:ea typeface="ＭＳ Ｐゴシック"/>
              </a:rPr>
              <a:t>: near</a:t>
            </a:r>
            <a:r>
              <a:rPr lang="ja-JP" altLang="en-US" sz="3200" dirty="0">
                <a:solidFill>
                  <a:schemeClr val="tx1">
                    <a:lumMod val="65000"/>
                    <a:lumOff val="35000"/>
                  </a:schemeClr>
                </a:solidFill>
                <a:ea typeface="ＭＳ Ｐゴシック"/>
              </a:rPr>
              <a:t>-</a:t>
            </a:r>
            <a:r>
              <a:rPr lang="ja-JP" altLang="en-US" sz="3200">
                <a:solidFill>
                  <a:schemeClr val="tx1">
                    <a:lumMod val="65000"/>
                    <a:lumOff val="35000"/>
                  </a:schemeClr>
                </a:solidFill>
                <a:ea typeface="ＭＳ Ｐゴシック"/>
              </a:rPr>
              <a:t>extreme → </a:t>
            </a:r>
            <a:r>
              <a:rPr lang="ja-JP" altLang="en-US" sz="3200" dirty="0">
                <a:solidFill>
                  <a:schemeClr val="tx1">
                    <a:lumMod val="65000"/>
                    <a:lumOff val="35000"/>
                  </a:schemeClr>
                </a:solidFill>
                <a:ea typeface="ＭＳ Ｐゴシック"/>
              </a:rPr>
              <a:t>extreme </a:t>
            </a:r>
            <a:r>
              <a:rPr lang="ja-JP" altLang="en-US" sz="3200">
                <a:solidFill>
                  <a:schemeClr val="tx1">
                    <a:lumMod val="65000"/>
                    <a:lumOff val="35000"/>
                  </a:schemeClr>
                </a:solidFill>
                <a:ea typeface="ＭＳ Ｐゴシック"/>
              </a:rPr>
              <a:t>への投稿流入量</a:t>
            </a:r>
            <a:endParaRPr lang="ja-JP" altLang="en-US" sz="3200" dirty="0">
              <a:solidFill>
                <a:schemeClr val="tx1">
                  <a:lumMod val="65000"/>
                  <a:lumOff val="35000"/>
                </a:schemeClr>
              </a:solidFill>
              <a:ea typeface="ＭＳ Ｐゴシック"/>
            </a:endParaRPr>
          </a:p>
        </p:txBody>
      </p:sp>
      <p:pic>
        <p:nvPicPr>
          <p:cNvPr id="3" name="Picture 2" descr="NE-E-influx.png"/>
          <p:cNvPicPr>
            <a:picLocks noChangeAspect="1"/>
          </p:cNvPicPr>
          <p:nvPr/>
        </p:nvPicPr>
        <p:blipFill>
          <a:blip r:embed="rId2"/>
          <a:stretch>
            <a:fillRect/>
          </a:stretch>
        </p:blipFill>
        <p:spPr>
          <a:xfrm>
            <a:off x="838200" y="1825625"/>
            <a:ext cx="10515600" cy="3505200"/>
          </a:xfrm>
          <a:prstGeom prst="rect">
            <a:avLst/>
          </a:prstGeom>
        </p:spPr>
      </p:pic>
      <p:sp>
        <p:nvSpPr>
          <p:cNvPr id="4" name="TextBox 3"/>
          <p:cNvSpPr txBox="1"/>
          <p:nvPr/>
        </p:nvSpPr>
        <p:spPr>
          <a:xfrm>
            <a:off x="838200" y="5460825"/>
            <a:ext cx="11586505" cy="830997"/>
          </a:xfrm>
          <a:prstGeom prst="rect">
            <a:avLst/>
          </a:prstGeom>
          <a:noFill/>
        </p:spPr>
        <p:txBody>
          <a:bodyPr wrap="none" anchor="t">
            <a:spAutoFit/>
          </a:bodyPr>
          <a:lstStyle/>
          <a:p>
            <a:pPr marL="342900" indent="-342900">
              <a:lnSpc>
                <a:spcPct val="100000"/>
              </a:lnSpc>
              <a:buFont typeface="Arial"/>
              <a:buChar char="•"/>
            </a:pPr>
            <a:r>
              <a:rPr lang="ja-JP" altLang="en-US" sz="2400" dirty="0">
                <a:solidFill>
                  <a:schemeClr val="tx1">
                    <a:lumMod val="65000"/>
                    <a:lumOff val="35000"/>
                  </a:schemeClr>
                </a:solidFill>
                <a:ea typeface="ＭＳ Ｐゴシック"/>
              </a:rPr>
              <a:t>M-silent条件では, extreme campのfeedに占める</a:t>
            </a:r>
            <a:r>
              <a:rPr lang="ja-JP" altLang="en-US" sz="2400" b="1" dirty="0">
                <a:solidFill>
                  <a:srgbClr val="0197A7"/>
                </a:solidFill>
                <a:ea typeface="ＭＳ Ｐゴシック"/>
              </a:rPr>
              <a:t>near</a:t>
            </a:r>
            <a:r>
              <a:rPr lang="ja-JP" altLang="en-US" sz="2400" b="1">
                <a:solidFill>
                  <a:srgbClr val="0197A7"/>
                </a:solidFill>
                <a:ea typeface="ＭＳ Ｐゴシック"/>
              </a:rPr>
              <a:t>-extreme投稿の</a:t>
            </a:r>
            <a:r>
              <a:rPr lang="ja-JP" altLang="en-US" sz="2400" b="1" dirty="0">
                <a:solidFill>
                  <a:srgbClr val="0197A7"/>
                </a:solidFill>
                <a:ea typeface="ＭＳ Ｐゴシック"/>
              </a:rPr>
              <a:t>割合</a:t>
            </a:r>
            <a:r>
              <a:rPr lang="ja-JP" altLang="en-US" sz="2400" dirty="0">
                <a:solidFill>
                  <a:schemeClr val="tx1">
                    <a:lumMod val="65000"/>
                    <a:lumOff val="35000"/>
                  </a:schemeClr>
                </a:solidFill>
                <a:ea typeface="ＭＳ Ｐゴシック"/>
              </a:rPr>
              <a:t>が増加</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この差は </a:t>
            </a:r>
            <a:r>
              <a:rPr lang="ja-JP" altLang="en-US" sz="2400" b="1" dirty="0">
                <a:solidFill>
                  <a:srgbClr val="0197A7"/>
                </a:solidFill>
                <a:ea typeface="ＭＳ Ｐゴシック"/>
              </a:rPr>
              <a:t>P_u</a:t>
            </a:r>
            <a:r>
              <a:rPr lang="ja-JP" altLang="en-US" sz="2400" dirty="0">
                <a:solidFill>
                  <a:schemeClr val="tx1">
                    <a:lumMod val="65000"/>
                    <a:lumOff val="35000"/>
                  </a:schemeClr>
                </a:solidFill>
                <a:ea typeface="ＭＳ Ｐゴシック"/>
              </a:rPr>
              <a:t> が大きいほど拡大 (VCRへの依存は弱い)</a:t>
            </a:r>
          </a:p>
        </p:txBody>
      </p:sp>
      <p:sp>
        <p:nvSpPr>
          <p:cNvPr id="900" name="スライド番号プレースホルダー 900"/>
          <p:cNvSpPr>
            <a:spLocks noGrp="1"/>
          </p:cNvSpPr>
          <p:nvPr>
            <p:ph type="sldNum" sz="quarter" idx="12"/>
          </p:nvPr>
        </p:nvSpPr>
        <p:spPr/>
        <p:txBody>
          <a:bodyPr/>
          <a:lstStyle/>
          <a:p>
            <a:fld id="{B6BB9CB0-3DBD-4340-A2F1-34A95D24286C}" type="slidenum">
              <a:rPr kumimoji="1" lang="ja-JP" altLang="en-US" smtClean="0"/>
              <a:t>8</a:t>
            </a:fld>
            <a:endParaRPr kumimoji="1" lang="ja-JP" altLang="en-US"/>
          </a:p>
        </p:txBody>
      </p:sp>
      <p:sp>
        <p:nvSpPr>
          <p:cNvPr id="9013" name="Accent Bar 9013"/>
          <p:cNvSpPr/>
          <p:nvPr/>
        </p:nvSpPr>
        <p:spPr>
          <a:xfrm>
            <a:off x="838200" y="1732280"/>
            <a:ext cx="685800" cy="33020"/>
          </a:xfrm>
          <a:prstGeom prst="rect">
            <a:avLst/>
          </a:prstGeom>
          <a:solidFill>
            <a:srgbClr val="0197A7"/>
          </a:solidFill>
          <a:ln>
            <a:noFill/>
          </a:ln>
        </p:spPr>
        <p:txBody>
          <a:bodyPr/>
          <a:lstStyle/>
          <a:p/>
        </p:txBody>
      </p:sp>
      <p:sp>
        <p:nvSpPr>
          <p:cNvPr id="9014" name="Section Breadcrumb 9014"/>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考察 </a:t>
            </a:r>
            <a:r>
              <a:rPr lang="ja-JP" altLang="en-US" sz="3200">
                <a:solidFill>
                  <a:schemeClr val="tx1">
                    <a:lumMod val="65000"/>
                    <a:lumOff val="35000"/>
                  </a:schemeClr>
                </a:solidFill>
                <a:ea typeface="ＭＳ Ｐゴシック"/>
              </a:rPr>
              <a:t>: </a:t>
            </a:r>
            <a:r>
              <a:rPr lang="en-US" altLang="ja-JP" sz="3200" dirty="0">
                <a:solidFill>
                  <a:schemeClr val="tx1">
                    <a:lumMod val="65000"/>
                    <a:lumOff val="35000"/>
                  </a:schemeClr>
                </a:solidFill>
                <a:ea typeface="ＭＳ Ｐゴシック"/>
              </a:rPr>
              <a:t>moderate, near-extreme</a:t>
            </a:r>
            <a:r>
              <a:rPr lang="ja-JP" altLang="en-US" sz="3200">
                <a:solidFill>
                  <a:schemeClr val="tx1">
                    <a:lumMod val="65000"/>
                    <a:lumOff val="35000"/>
                  </a:schemeClr>
                </a:solidFill>
                <a:ea typeface="ＭＳ Ｐゴシック"/>
              </a:rPr>
              <a:t>への一様な効果</a:t>
            </a:r>
            <a:endParaRPr lang="ja-JP" altLang="en-US" sz="3200" dirty="0">
              <a:solidFill>
                <a:schemeClr val="tx1">
                  <a:lumMod val="65000"/>
                  <a:lumOff val="35000"/>
                </a:schemeClr>
              </a:solidFill>
              <a:ea typeface="ＭＳ Ｐゴシック"/>
            </a:endParaRPr>
          </a:p>
        </p:txBody>
      </p:sp>
      <p:sp>
        <p:nvSpPr>
          <p:cNvPr id="3" name="Content Placeholder 2"/>
          <p:cNvSpPr>
            <a:spLocks noGrp="1"/>
          </p:cNvSpPr>
          <p:nvPr>
            <p:ph idx="1"/>
          </p:nvPr>
        </p:nvSpPr>
        <p:spPr/>
        <p:txBody>
          <a:bodyPr/>
          <a:lstStyle/>
          <a:p>
            <a:pPr marL="0" indent="0">
              <a:lnSpc>
                <a:spcPct val="100000"/>
              </a:lnSpc>
              <a:buNone/>
            </a:pPr>
            <a:r>
              <a:rPr lang="en-US" altLang="ja-JP" sz="2400" dirty="0">
                <a:solidFill>
                  <a:schemeClr val="tx1">
                    <a:lumMod val="65000"/>
                    <a:lumOff val="35000"/>
                  </a:schemeClr>
                </a:solidFill>
                <a:ea typeface="ＭＳ Ｐゴシック"/>
              </a:rPr>
              <a:t>Moderate hubs</a:t>
            </a:r>
            <a:r>
              <a:rPr lang="ja-JP" altLang="en-US" sz="2400">
                <a:solidFill>
                  <a:schemeClr val="tx1">
                    <a:lumMod val="65000"/>
                    <a:lumOff val="35000"/>
                  </a:schemeClr>
                </a:solidFill>
                <a:ea typeface="ＭＳ Ｐゴシック"/>
              </a:rPr>
              <a:t>が</a:t>
            </a:r>
            <a:r>
              <a:rPr lang="en-US" altLang="ja-JP" sz="2400" dirty="0">
                <a:solidFill>
                  <a:schemeClr val="tx1">
                    <a:lumMod val="65000"/>
                    <a:lumOff val="35000"/>
                  </a:schemeClr>
                </a:solidFill>
                <a:ea typeface="ＭＳ Ｐゴシック"/>
              </a:rPr>
              <a:t>vocal</a:t>
            </a:r>
            <a:r>
              <a:rPr lang="ja-JP" altLang="en-US" sz="2400">
                <a:solidFill>
                  <a:schemeClr val="tx1">
                    <a:lumMod val="65000"/>
                    <a:lumOff val="35000"/>
                  </a:schemeClr>
                </a:solidFill>
                <a:ea typeface="ＭＳ Ｐゴシック"/>
              </a:rPr>
              <a:t>であることの</a:t>
            </a:r>
            <a:r>
              <a:rPr lang="en-US" altLang="ja-JP" sz="2400" dirty="0">
                <a:solidFill>
                  <a:schemeClr val="tx1">
                    <a:lumMod val="65000"/>
                    <a:lumOff val="35000"/>
                  </a:schemeClr>
                </a:solidFill>
                <a:ea typeface="ＭＳ Ｐゴシック"/>
              </a:rPr>
              <a:t>moderate</a:t>
            </a:r>
            <a:r>
              <a:rPr lang="ja-JP" altLang="en-US" sz="2400">
                <a:solidFill>
                  <a:schemeClr val="tx1">
                    <a:lumMod val="65000"/>
                    <a:lumOff val="35000"/>
                  </a:schemeClr>
                </a:solidFill>
                <a:ea typeface="ＭＳ Ｐゴシック"/>
              </a:rPr>
              <a:t>及び</a:t>
            </a:r>
            <a:r>
              <a:rPr lang="en-US" altLang="ja-JP" sz="2400" dirty="0">
                <a:solidFill>
                  <a:schemeClr val="tx1">
                    <a:lumMod val="65000"/>
                    <a:lumOff val="35000"/>
                  </a:schemeClr>
                </a:solidFill>
                <a:ea typeface="ＭＳ Ｐゴシック"/>
              </a:rPr>
              <a:t>near-extreme</a:t>
            </a:r>
            <a:r>
              <a:rPr lang="ja-JP" altLang="en-US" sz="2400">
                <a:solidFill>
                  <a:schemeClr val="tx1">
                    <a:lumMod val="65000"/>
                    <a:lumOff val="35000"/>
                  </a:schemeClr>
                </a:solidFill>
                <a:ea typeface="ＭＳ Ｐゴシック"/>
              </a:rPr>
              <a:t>層へ</a:t>
            </a:r>
            <a:r>
              <a:rPr lang="ja-JP" altLang="en-US" sz="2400" dirty="0">
                <a:solidFill>
                  <a:schemeClr val="tx1">
                    <a:lumMod val="65000"/>
                    <a:lumOff val="35000"/>
                  </a:schemeClr>
                </a:solidFill>
                <a:ea typeface="ＭＳ Ｐゴシック"/>
              </a:rPr>
              <a:t>の効果は</a:t>
            </a:r>
            <a:r>
              <a:rPr lang="ja-JP" altLang="en-US" sz="2400">
                <a:solidFill>
                  <a:schemeClr val="tx1">
                    <a:lumMod val="65000"/>
                    <a:lumOff val="35000"/>
                  </a:schemeClr>
                </a:solidFill>
                <a:ea typeface="ＭＳ Ｐゴシック"/>
              </a:rPr>
              <a:t>, moderateの投稿量で説明できる</a:t>
            </a:r>
          </a:p>
          <a:p>
            <a:pPr marL="342900" indent="-342900">
              <a:lnSpc>
                <a:spcPct val="100000"/>
              </a:lnSpc>
              <a:buFont typeface="Arial"/>
              <a:buChar char="•"/>
            </a:pPr>
            <a:r>
              <a:rPr lang="en-US" altLang="ja-JP" sz="2400" dirty="0">
                <a:solidFill>
                  <a:schemeClr val="tx1">
                    <a:lumMod val="65000"/>
                    <a:lumOff val="35000"/>
                  </a:schemeClr>
                </a:solidFill>
                <a:ea typeface="ＭＳ Ｐゴシック"/>
              </a:rPr>
              <a:t>Moderate</a:t>
            </a:r>
            <a:r>
              <a:rPr lang="ja-JP" altLang="en-US" sz="2400">
                <a:solidFill>
                  <a:schemeClr val="tx1">
                    <a:lumMod val="65000"/>
                    <a:lumOff val="35000"/>
                  </a:schemeClr>
                </a:solidFill>
                <a:ea typeface="ＭＳ Ｐゴシック"/>
              </a:rPr>
              <a:t>集団にとって</a:t>
            </a:r>
            <a:r>
              <a:rPr lang="en-US" altLang="ja-JP" sz="2400" dirty="0">
                <a:solidFill>
                  <a:schemeClr val="tx1">
                    <a:lumMod val="65000"/>
                    <a:lumOff val="35000"/>
                  </a:schemeClr>
                </a:solidFill>
                <a:ea typeface="ＭＳ Ｐゴシック"/>
              </a:rPr>
              <a:t>, </a:t>
            </a:r>
            <a:r>
              <a:rPr lang="ja-JP" altLang="en-US" sz="2400">
                <a:solidFill>
                  <a:schemeClr val="tx1">
                    <a:lumMod val="65000"/>
                    <a:lumOff val="35000"/>
                  </a:schemeClr>
                </a:solidFill>
                <a:ea typeface="ＭＳ Ｐゴシック"/>
              </a:rPr>
              <a:t>同じ意見集団に所属するハブの活動は活性化につながる</a:t>
            </a:r>
            <a:endParaRPr lang="en-US" altLang="ja-JP" sz="2400" dirty="0">
              <a:solidFill>
                <a:schemeClr val="tx1">
                  <a:lumMod val="65000"/>
                  <a:lumOff val="35000"/>
                </a:schemeClr>
              </a:solidFill>
              <a:ea typeface="ＭＳ Ｐゴシック"/>
            </a:endParaRPr>
          </a:p>
          <a:p>
            <a:pPr marL="800100" lvl="1" indent="-342900">
              <a:lnSpc>
                <a:spcPct val="100000"/>
              </a:lnSpc>
              <a:buFont typeface="Arial"/>
              <a:buChar char="•"/>
            </a:pPr>
            <a:r>
              <a:rPr lang="ja-JP" altLang="en-US" sz="2000">
                <a:solidFill>
                  <a:schemeClr val="tx1">
                    <a:lumMod val="65000"/>
                    <a:lumOff val="35000"/>
                  </a:schemeClr>
                </a:solidFill>
                <a:ea typeface="ＭＳ Ｐゴシック"/>
              </a:rPr>
              <a:t>実際に</a:t>
            </a:r>
            <a:r>
              <a:rPr lang="en-US" altLang="ja-JP" sz="2000" dirty="0">
                <a:solidFill>
                  <a:schemeClr val="tx1">
                    <a:lumMod val="65000"/>
                    <a:lumOff val="35000"/>
                  </a:schemeClr>
                </a:solidFill>
                <a:ea typeface="ＭＳ Ｐゴシック"/>
              </a:rPr>
              <a:t>moderate</a:t>
            </a:r>
            <a:r>
              <a:rPr lang="ja-JP" altLang="en-US" sz="2000">
                <a:solidFill>
                  <a:schemeClr val="tx1">
                    <a:lumMod val="65000"/>
                    <a:lumOff val="35000"/>
                  </a:schemeClr>
                </a:solidFill>
                <a:ea typeface="ＭＳ Ｐゴシック"/>
              </a:rPr>
              <a:t>集団の</a:t>
            </a:r>
            <a:r>
              <a:rPr lang="en-US" altLang="ja-JP" sz="2000" dirty="0">
                <a:solidFill>
                  <a:schemeClr val="tx1">
                    <a:lumMod val="65000"/>
                    <a:lumOff val="35000"/>
                  </a:schemeClr>
                </a:solidFill>
                <a:ea typeface="ＭＳ Ｐゴシック"/>
              </a:rPr>
              <a:t>Feed</a:t>
            </a:r>
            <a:r>
              <a:rPr lang="ja-JP" altLang="en-US" sz="2000">
                <a:solidFill>
                  <a:schemeClr val="tx1">
                    <a:lumMod val="65000"/>
                    <a:lumOff val="35000"/>
                  </a:schemeClr>
                </a:solidFill>
                <a:ea typeface="ＭＳ Ｐゴシック"/>
              </a:rPr>
              <a:t>構成は</a:t>
            </a:r>
            <a:r>
              <a:rPr lang="en-US" altLang="ja-JP" sz="2000" dirty="0">
                <a:solidFill>
                  <a:schemeClr val="tx1">
                    <a:lumMod val="65000"/>
                    <a:lumOff val="35000"/>
                  </a:schemeClr>
                </a:solidFill>
                <a:ea typeface="ＭＳ Ｐゴシック"/>
              </a:rPr>
              <a:t>Moderate contents</a:t>
            </a:r>
            <a:r>
              <a:rPr lang="ja-JP" altLang="en-US" sz="2000">
                <a:solidFill>
                  <a:schemeClr val="tx1">
                    <a:lumMod val="65000"/>
                    <a:lumOff val="35000"/>
                  </a:schemeClr>
                </a:solidFill>
                <a:ea typeface="ＭＳ Ｐゴシック"/>
              </a:rPr>
              <a:t>が</a:t>
            </a:r>
            <a:r>
              <a:rPr lang="en-US" altLang="ja-JP" sz="2000" dirty="0">
                <a:solidFill>
                  <a:schemeClr val="tx1">
                    <a:lumMod val="65000"/>
                    <a:lumOff val="35000"/>
                  </a:schemeClr>
                </a:solidFill>
                <a:ea typeface="ＭＳ Ｐゴシック"/>
              </a:rPr>
              <a:t>, </a:t>
            </a:r>
            <a:r>
              <a:rPr lang="ja-JP" altLang="en-US" sz="2000">
                <a:solidFill>
                  <a:schemeClr val="tx1">
                    <a:lumMod val="65000"/>
                    <a:lumOff val="35000"/>
                  </a:schemeClr>
                </a:solidFill>
                <a:ea typeface="ＭＳ Ｐゴシック"/>
              </a:rPr>
              <a:t>約</a:t>
            </a:r>
            <a:r>
              <a:rPr lang="en-US" altLang="ja-JP" sz="2000" dirty="0">
                <a:solidFill>
                  <a:schemeClr val="tx1">
                    <a:lumMod val="65000"/>
                    <a:lumOff val="35000"/>
                  </a:schemeClr>
                </a:solidFill>
                <a:ea typeface="ＭＳ Ｐゴシック"/>
              </a:rPr>
              <a:t>30%(moderate hubs</a:t>
            </a:r>
            <a:r>
              <a:rPr lang="ja-JP" altLang="en-US" sz="2000">
                <a:solidFill>
                  <a:schemeClr val="tx1">
                    <a:lumMod val="65000"/>
                    <a:lumOff val="35000"/>
                  </a:schemeClr>
                </a:solidFill>
                <a:ea typeface="ＭＳ Ｐゴシック"/>
              </a:rPr>
              <a:t>が</a:t>
            </a:r>
            <a:r>
              <a:rPr lang="en-US" altLang="ja-JP" sz="2000" dirty="0">
                <a:solidFill>
                  <a:schemeClr val="tx1">
                    <a:lumMod val="65000"/>
                    <a:lumOff val="35000"/>
                  </a:schemeClr>
                </a:solidFill>
                <a:ea typeface="ＭＳ Ｐゴシック"/>
              </a:rPr>
              <a:t>vocal)</a:t>
            </a:r>
            <a:r>
              <a:rPr lang="ja-JP" altLang="en-US" sz="2000">
                <a:solidFill>
                  <a:schemeClr val="tx1">
                    <a:lumMod val="65000"/>
                    <a:lumOff val="35000"/>
                  </a:schemeClr>
                </a:solidFill>
                <a:ea typeface="ＭＳ Ｐゴシック"/>
              </a:rPr>
              <a:t>から約</a:t>
            </a:r>
            <a:r>
              <a:rPr lang="en-US" altLang="ja-JP" sz="2000" dirty="0">
                <a:solidFill>
                  <a:schemeClr val="tx1">
                    <a:lumMod val="65000"/>
                    <a:lumOff val="35000"/>
                  </a:schemeClr>
                </a:solidFill>
                <a:ea typeface="ＭＳ Ｐゴシック"/>
              </a:rPr>
              <a:t>50%(moderate hubs</a:t>
            </a:r>
            <a:r>
              <a:rPr lang="ja-JP" altLang="en-US" sz="2000">
                <a:solidFill>
                  <a:schemeClr val="tx1">
                    <a:lumMod val="65000"/>
                    <a:lumOff val="35000"/>
                  </a:schemeClr>
                </a:solidFill>
                <a:ea typeface="ＭＳ Ｐゴシック"/>
              </a:rPr>
              <a:t>が黙っている</a:t>
            </a:r>
            <a:r>
              <a:rPr lang="en-US" altLang="ja-JP" sz="2000" dirty="0">
                <a:solidFill>
                  <a:schemeClr val="tx1">
                    <a:lumMod val="65000"/>
                    <a:lumOff val="35000"/>
                  </a:schemeClr>
                </a:solidFill>
                <a:ea typeface="ＭＳ Ｐゴシック"/>
              </a:rPr>
              <a:t>)</a:t>
            </a:r>
            <a:r>
              <a:rPr lang="ja-JP" altLang="en-US" sz="2000">
                <a:solidFill>
                  <a:schemeClr val="tx1">
                    <a:lumMod val="65000"/>
                    <a:lumOff val="35000"/>
                  </a:schemeClr>
                </a:solidFill>
                <a:ea typeface="ＭＳ Ｐゴシック"/>
              </a:rPr>
              <a:t>に変化する</a:t>
            </a:r>
            <a:endParaRPr lang="en-US" altLang="ja-JP" sz="2000" dirty="0">
              <a:solidFill>
                <a:schemeClr val="tx1">
                  <a:lumMod val="65000"/>
                  <a:lumOff val="35000"/>
                </a:schemeClr>
              </a:solidFill>
              <a:ea typeface="ＭＳ Ｐゴシック"/>
            </a:endParaRPr>
          </a:p>
          <a:p>
            <a:pPr marL="342900" indent="-342900">
              <a:lnSpc>
                <a:spcPct val="100000"/>
              </a:lnSpc>
              <a:buFont typeface="Arial"/>
              <a:buChar char="•"/>
            </a:pPr>
            <a:r>
              <a:rPr lang="ja-JP" altLang="en-US" sz="2400">
                <a:solidFill>
                  <a:schemeClr val="tx1">
                    <a:lumMod val="65000"/>
                    <a:lumOff val="35000"/>
                  </a:schemeClr>
                </a:solidFill>
                <a:ea typeface="ＭＳ Ｐゴシック"/>
              </a:rPr>
              <a:t>逆に</a:t>
            </a:r>
            <a:r>
              <a:rPr lang="en-US" altLang="ja-JP" sz="2400" dirty="0">
                <a:solidFill>
                  <a:schemeClr val="tx1">
                    <a:lumMod val="65000"/>
                    <a:lumOff val="35000"/>
                  </a:schemeClr>
                </a:solidFill>
                <a:ea typeface="ＭＳ Ｐゴシック"/>
              </a:rPr>
              <a:t>near-extreme</a:t>
            </a:r>
            <a:r>
              <a:rPr lang="ja-JP" altLang="en-US" sz="2400">
                <a:solidFill>
                  <a:schemeClr val="tx1">
                    <a:lumMod val="65000"/>
                    <a:lumOff val="35000"/>
                  </a:schemeClr>
                </a:solidFill>
                <a:ea typeface="ＭＳ Ｐゴシック"/>
              </a:rPr>
              <a:t>集団にとって</a:t>
            </a:r>
            <a:r>
              <a:rPr lang="en-US" altLang="ja-JP" sz="2400" dirty="0">
                <a:solidFill>
                  <a:schemeClr val="tx1">
                    <a:lumMod val="65000"/>
                    <a:lumOff val="35000"/>
                  </a:schemeClr>
                </a:solidFill>
                <a:ea typeface="ＭＳ Ｐゴシック"/>
              </a:rPr>
              <a:t>, moderate contents</a:t>
            </a:r>
            <a:r>
              <a:rPr lang="ja-JP" altLang="en-US" sz="2400">
                <a:solidFill>
                  <a:schemeClr val="tx1">
                    <a:lumMod val="65000"/>
                    <a:lumOff val="35000"/>
                  </a:schemeClr>
                </a:solidFill>
                <a:ea typeface="ＭＳ Ｐゴシック"/>
              </a:rPr>
              <a:t>の流通量増加は</a:t>
            </a:r>
            <a:r>
              <a:rPr lang="en-US" altLang="ja-JP" sz="2400" dirty="0">
                <a:solidFill>
                  <a:schemeClr val="tx1">
                    <a:lumMod val="65000"/>
                    <a:lumOff val="35000"/>
                  </a:schemeClr>
                </a:solidFill>
                <a:ea typeface="ＭＳ Ｐゴシック"/>
              </a:rPr>
              <a:t>, </a:t>
            </a:r>
            <a:r>
              <a:rPr lang="ja-JP" altLang="en-US" sz="2400">
                <a:solidFill>
                  <a:schemeClr val="tx1">
                    <a:lumMod val="65000"/>
                    <a:lumOff val="35000"/>
                  </a:schemeClr>
                </a:solidFill>
                <a:ea typeface="ＭＳ Ｐゴシック"/>
              </a:rPr>
              <a:t>不活性化方向に働く</a:t>
            </a:r>
            <a:r>
              <a:rPr lang="en-US" altLang="ja-JP" sz="1600" dirty="0">
                <a:solidFill>
                  <a:schemeClr val="tx1">
                    <a:lumMod val="65000"/>
                    <a:lumOff val="35000"/>
                  </a:schemeClr>
                </a:solidFill>
                <a:ea typeface="ＭＳ Ｐゴシック"/>
              </a:rPr>
              <a:t>(</a:t>
            </a:r>
            <a:r>
              <a:rPr lang="ja-JP" altLang="en-US" sz="1600">
                <a:solidFill>
                  <a:schemeClr val="tx1">
                    <a:lumMod val="65000"/>
                    <a:lumOff val="35000"/>
                  </a:schemeClr>
                </a:solidFill>
                <a:ea typeface="ＭＳ Ｐゴシック"/>
              </a:rPr>
              <a:t>隣の意見集団ではあるが</a:t>
            </a:r>
            <a:r>
              <a:rPr lang="en-US" altLang="ja-JP" sz="1600" dirty="0">
                <a:solidFill>
                  <a:schemeClr val="tx1">
                    <a:lumMod val="65000"/>
                    <a:lumOff val="35000"/>
                  </a:schemeClr>
                </a:solidFill>
                <a:ea typeface="ＭＳ Ｐゴシック"/>
              </a:rPr>
              <a:t>comfort</a:t>
            </a:r>
            <a:r>
              <a:rPr lang="ja-JP" altLang="en-US" sz="1600">
                <a:solidFill>
                  <a:schemeClr val="tx1">
                    <a:lumMod val="65000"/>
                    <a:lumOff val="35000"/>
                  </a:schemeClr>
                </a:solidFill>
                <a:ea typeface="ＭＳ Ｐゴシック"/>
              </a:rPr>
              <a:t>としては認識しない：緩めの</a:t>
            </a:r>
            <a:r>
              <a:rPr lang="en-US" altLang="ja-JP" sz="1600" dirty="0" err="1">
                <a:solidFill>
                  <a:schemeClr val="tx1">
                    <a:lumMod val="65000"/>
                    <a:lumOff val="35000"/>
                  </a:schemeClr>
                </a:solidFill>
                <a:ea typeface="ＭＳ Ｐゴシック"/>
              </a:rPr>
              <a:t>vcr</a:t>
            </a:r>
            <a:r>
              <a:rPr lang="en-US" altLang="ja-JP" sz="1600" dirty="0">
                <a:solidFill>
                  <a:schemeClr val="tx1">
                    <a:lumMod val="65000"/>
                    <a:lumOff val="35000"/>
                  </a:schemeClr>
                </a:solidFill>
                <a:ea typeface="ＭＳ Ｐゴシック"/>
              </a:rPr>
              <a:t>=0.3</a:t>
            </a:r>
            <a:r>
              <a:rPr lang="ja-JP" altLang="en-US" sz="1600">
                <a:solidFill>
                  <a:schemeClr val="tx1">
                    <a:lumMod val="65000"/>
                    <a:lumOff val="35000"/>
                  </a:schemeClr>
                </a:solidFill>
                <a:ea typeface="ＭＳ Ｐゴシック"/>
              </a:rPr>
              <a:t>設定でも一貫している</a:t>
            </a:r>
            <a:r>
              <a:rPr lang="en-US" altLang="ja-JP" sz="1600" dirty="0">
                <a:solidFill>
                  <a:schemeClr val="tx1">
                    <a:lumMod val="65000"/>
                    <a:lumOff val="35000"/>
                  </a:schemeClr>
                </a:solidFill>
                <a:ea typeface="ＭＳ Ｐゴシック"/>
              </a:rPr>
              <a:t>)</a:t>
            </a:r>
          </a:p>
          <a:p>
            <a:pPr marL="800100" lvl="1" indent="-342900">
              <a:lnSpc>
                <a:spcPct val="100000"/>
              </a:lnSpc>
              <a:buFont typeface="Arial"/>
              <a:buChar char="•"/>
            </a:pPr>
            <a:r>
              <a:rPr lang="ja-JP" altLang="en-US" sz="2000">
                <a:solidFill>
                  <a:schemeClr val="tx1">
                    <a:lumMod val="65000"/>
                    <a:lumOff val="35000"/>
                  </a:schemeClr>
                </a:solidFill>
                <a:ea typeface="ＭＳ Ｐゴシック"/>
              </a:rPr>
              <a:t>実際に</a:t>
            </a:r>
            <a:r>
              <a:rPr lang="en-US" altLang="ja-JP" sz="2000" dirty="0">
                <a:solidFill>
                  <a:schemeClr val="tx1">
                    <a:lumMod val="65000"/>
                    <a:lumOff val="35000"/>
                  </a:schemeClr>
                </a:solidFill>
                <a:ea typeface="ＭＳ Ｐゴシック"/>
              </a:rPr>
              <a:t>near-extreme</a:t>
            </a:r>
            <a:r>
              <a:rPr lang="ja-JP" altLang="en-US" sz="2000">
                <a:solidFill>
                  <a:schemeClr val="tx1">
                    <a:lumMod val="65000"/>
                    <a:lumOff val="35000"/>
                  </a:schemeClr>
                </a:solidFill>
                <a:ea typeface="ＭＳ Ｐゴシック"/>
              </a:rPr>
              <a:t>集団の</a:t>
            </a:r>
            <a:r>
              <a:rPr lang="en-US" altLang="ja-JP" sz="2000" dirty="0">
                <a:solidFill>
                  <a:schemeClr val="tx1">
                    <a:lumMod val="65000"/>
                    <a:lumOff val="35000"/>
                  </a:schemeClr>
                </a:solidFill>
                <a:ea typeface="ＭＳ Ｐゴシック"/>
              </a:rPr>
              <a:t>Feed</a:t>
            </a:r>
            <a:r>
              <a:rPr lang="ja-JP" altLang="en-US" sz="2000">
                <a:solidFill>
                  <a:schemeClr val="tx1">
                    <a:lumMod val="65000"/>
                    <a:lumOff val="35000"/>
                  </a:schemeClr>
                </a:solidFill>
                <a:ea typeface="ＭＳ Ｐゴシック"/>
              </a:rPr>
              <a:t>構成は</a:t>
            </a:r>
            <a:r>
              <a:rPr lang="en-US" altLang="ja-JP" sz="2000" dirty="0">
                <a:solidFill>
                  <a:schemeClr val="tx1">
                    <a:lumMod val="65000"/>
                    <a:lumOff val="35000"/>
                  </a:schemeClr>
                </a:solidFill>
                <a:ea typeface="ＭＳ Ｐゴシック"/>
              </a:rPr>
              <a:t>moderate contents</a:t>
            </a:r>
            <a:r>
              <a:rPr lang="ja-JP" altLang="en-US" sz="2000">
                <a:solidFill>
                  <a:schemeClr val="tx1">
                    <a:lumMod val="65000"/>
                    <a:lumOff val="35000"/>
                  </a:schemeClr>
                </a:solidFill>
                <a:ea typeface="ＭＳ Ｐゴシック"/>
              </a:rPr>
              <a:t>が</a:t>
            </a:r>
            <a:r>
              <a:rPr lang="en-US" altLang="ja-JP" sz="2000" dirty="0">
                <a:solidFill>
                  <a:schemeClr val="tx1">
                    <a:lumMod val="65000"/>
                    <a:lumOff val="35000"/>
                  </a:schemeClr>
                </a:solidFill>
                <a:ea typeface="ＭＳ Ｐゴシック"/>
              </a:rPr>
              <a:t>, </a:t>
            </a:r>
            <a:r>
              <a:rPr lang="ja-JP" altLang="en-US" sz="2000" dirty="0">
                <a:solidFill>
                  <a:schemeClr val="tx1">
                    <a:lumMod val="65000"/>
                    <a:lumOff val="35000"/>
                  </a:schemeClr>
                </a:solidFill>
                <a:ea typeface="ＭＳ Ｐゴシック"/>
              </a:rPr>
              <a:t>約25%〜50%を占める(P_uに依存)</a:t>
            </a:r>
            <a:endParaRPr lang="ja-JP" altLang="en-US" sz="2000" dirty="0">
              <a:solidFill>
                <a:schemeClr val="tx1">
                  <a:lumMod val="65000"/>
                  <a:lumOff val="35000"/>
                </a:schemeClr>
              </a:solidFill>
              <a:ea typeface="ＭＳ Ｐゴシック"/>
            </a:endParaRPr>
          </a:p>
        </p:txBody>
      </p:sp>
      <p:sp>
        <p:nvSpPr>
          <p:cNvPr id="900" name="スライド番号プレースホルダー 900"/>
          <p:cNvSpPr>
            <a:spLocks noGrp="1"/>
          </p:cNvSpPr>
          <p:nvPr>
            <p:ph type="sldNum" sz="quarter" idx="12"/>
          </p:nvPr>
        </p:nvSpPr>
        <p:spPr/>
        <p:txBody>
          <a:bodyPr/>
          <a:lstStyle/>
          <a:p>
            <a:fld id="{76AC5F35-EA6C-4A36-95F1-D6DAB68AFAC4}" type="slidenum">
              <a:rPr kumimoji="1" lang="ja-JP" altLang="en-US" smtClean="0"/>
              <a:t>9</a:t>
            </a:fld>
            <a:endParaRPr kumimoji="1" lang="ja-JP" altLang="en-US"/>
          </a:p>
        </p:txBody>
      </p:sp>
      <p:sp>
        <p:nvSpPr>
          <p:cNvPr id="9015" name="Accent Bar 9015"/>
          <p:cNvSpPr/>
          <p:nvPr/>
        </p:nvSpPr>
        <p:spPr>
          <a:xfrm>
            <a:off x="838200" y="1732280"/>
            <a:ext cx="685800" cy="33020"/>
          </a:xfrm>
          <a:prstGeom prst="rect">
            <a:avLst/>
          </a:prstGeom>
          <a:solidFill>
            <a:srgbClr val="0197A7"/>
          </a:solidFill>
          <a:ln>
            <a:noFill/>
          </a:ln>
        </p:spPr>
        <p:txBody>
          <a:bodyPr/>
          <a:lstStyle/>
          <a:p/>
        </p:txBody>
      </p:sp>
      <p:sp>
        <p:nvSpPr>
          <p:cNvPr id="9016" name="Section Breadcrumb 9016"/>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5DBBB-64A4-8B25-10F4-538D98DA8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A1386-AB7F-2C05-B3B7-2433CB909732}"/>
              </a:ext>
            </a:extLst>
          </p:cNvPr>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考察 : 2層メカニズムによる符号反転</a:t>
            </a:r>
          </a:p>
        </p:txBody>
      </p:sp>
      <p:sp>
        <p:nvSpPr>
          <p:cNvPr id="3" name="Content Placeholder 2">
            <a:extLst>
              <a:ext uri="{FF2B5EF4-FFF2-40B4-BE49-F238E27FC236}">
                <a16:creationId xmlns:a16="http://schemas.microsoft.com/office/drawing/2014/main" id="{0211CF73-BBF2-11FD-A010-4DCA1D479C27}"/>
              </a:ext>
            </a:extLst>
          </p:cNvPr>
          <p:cNvSpPr>
            <a:spLocks noGrp="1"/>
          </p:cNvSpPr>
          <p:nvPr>
            <p:ph idx="1"/>
          </p:nvPr>
        </p:nvSpPr>
        <p:spPr/>
        <p:txBody>
          <a:bodyPr>
            <a:normAutofit/>
          </a:bodyPr>
          <a:lstStyle/>
          <a:p>
            <a:pPr marL="0" indent="0">
              <a:lnSpc>
                <a:spcPct val="100000"/>
              </a:lnSpc>
              <a:buNone/>
            </a:pPr>
            <a:r>
              <a:rPr lang="ja-JP" altLang="en-US" sz="2400" dirty="0">
                <a:solidFill>
                  <a:schemeClr val="tx1">
                    <a:lumMod val="65000"/>
                    <a:lumOff val="35000"/>
                  </a:schemeClr>
                </a:solidFill>
                <a:ea typeface="ＭＳ Ｐゴシック"/>
              </a:rPr>
              <a:t>extreme campへの効果は, moderate hubからの直接の投稿量(feed中数％)ではほとんど説明できない → </a:t>
            </a:r>
            <a:r>
              <a:rPr lang="ja-JP" altLang="en-US" sz="2400" b="1" dirty="0">
                <a:solidFill>
                  <a:schemeClr val="tx1">
                    <a:lumMod val="65000"/>
                    <a:lumOff val="35000"/>
                  </a:schemeClr>
                </a:solidFill>
                <a:ea typeface="ＭＳ Ｐゴシック"/>
              </a:rPr>
              <a:t>間接的な波及効果</a:t>
            </a:r>
          </a:p>
          <a:p>
            <a:pPr marL="342900" indent="-342900">
              <a:lnSpc>
                <a:spcPct val="100000"/>
              </a:lnSpc>
              <a:buFont typeface="Arial"/>
              <a:buChar char="•"/>
            </a:pPr>
            <a:r>
              <a:rPr lang="ja-JP" altLang="en-US" sz="2400" b="1">
                <a:solidFill>
                  <a:schemeClr val="tx1">
                    <a:lumMod val="65000"/>
                    <a:lumOff val="35000"/>
                  </a:schemeClr>
                </a:solidFill>
                <a:ea typeface="ＭＳ Ｐゴシック"/>
              </a:rPr>
              <a:t>moderate hubの活動 → </a:t>
            </a:r>
            <a:r>
              <a:rPr lang="en-US" altLang="ja-JP" sz="2400" b="1" dirty="0">
                <a:solidFill>
                  <a:schemeClr val="tx1">
                    <a:lumMod val="65000"/>
                    <a:lumOff val="35000"/>
                  </a:schemeClr>
                </a:solidFill>
                <a:ea typeface="ＭＳ Ｐゴシック"/>
              </a:rPr>
              <a:t>near-extreme</a:t>
            </a:r>
            <a:r>
              <a:rPr lang="ja-JP" altLang="en-US" sz="2400" b="1">
                <a:solidFill>
                  <a:schemeClr val="tx1">
                    <a:lumMod val="65000"/>
                    <a:lumOff val="35000"/>
                  </a:schemeClr>
                </a:solidFill>
                <a:ea typeface="ＭＳ Ｐゴシック"/>
              </a:rPr>
              <a:t>の活発度を増減</a:t>
            </a:r>
            <a:r>
              <a:rPr lang="en-US" altLang="ja-JP" sz="2400" b="1" dirty="0">
                <a:solidFill>
                  <a:schemeClr val="tx1">
                    <a:lumMod val="65000"/>
                    <a:lumOff val="35000"/>
                  </a:schemeClr>
                </a:solidFill>
                <a:ea typeface="ＭＳ Ｐゴシック"/>
              </a:rPr>
              <a:t> </a:t>
            </a:r>
            <a:r>
              <a:rPr lang="ja-JP" altLang="en-US" sz="2400" b="1">
                <a:solidFill>
                  <a:schemeClr val="tx1">
                    <a:lumMod val="65000"/>
                    <a:lumOff val="35000"/>
                  </a:schemeClr>
                </a:solidFill>
                <a:ea typeface="ＭＳ Ｐゴシック"/>
              </a:rPr>
              <a:t>→</a:t>
            </a:r>
            <a:r>
              <a:rPr lang="en-US" altLang="ja-JP" sz="2400" b="1" dirty="0">
                <a:solidFill>
                  <a:schemeClr val="tx1">
                    <a:lumMod val="65000"/>
                    <a:lumOff val="35000"/>
                  </a:schemeClr>
                </a:solidFill>
                <a:ea typeface="ＭＳ Ｐゴシック"/>
              </a:rPr>
              <a:t> 2</a:t>
            </a:r>
            <a:r>
              <a:rPr lang="ja-JP" altLang="en-US" sz="2400" b="1">
                <a:solidFill>
                  <a:schemeClr val="tx1">
                    <a:lumMod val="65000"/>
                    <a:lumOff val="35000"/>
                  </a:schemeClr>
                </a:solidFill>
                <a:ea typeface="ＭＳ Ｐゴシック"/>
              </a:rPr>
              <a:t>つのレイヤーによる</a:t>
            </a:r>
            <a:r>
              <a:rPr lang="en-US" altLang="ja-JP" sz="2400" b="1" dirty="0">
                <a:solidFill>
                  <a:schemeClr val="tx1">
                    <a:lumMod val="65000"/>
                    <a:lumOff val="35000"/>
                  </a:schemeClr>
                </a:solidFill>
                <a:ea typeface="ＭＳ Ｐゴシック"/>
              </a:rPr>
              <a:t>gating</a:t>
            </a:r>
            <a:r>
              <a:rPr lang="ja-JP" altLang="en-US" sz="2400" b="1">
                <a:solidFill>
                  <a:schemeClr val="tx1">
                    <a:lumMod val="65000"/>
                    <a:lumOff val="35000"/>
                  </a:schemeClr>
                </a:solidFill>
                <a:ea typeface="ＭＳ Ｐゴシック"/>
              </a:rPr>
              <a:t>を経て処理される中で最終的な符号が決まる</a:t>
            </a:r>
            <a:endParaRPr lang="en-US" altLang="ja-JP" sz="2400" b="1" dirty="0">
              <a:solidFill>
                <a:srgbClr val="0197A7"/>
              </a:solidFill>
              <a:ea typeface="ＭＳ Ｐゴシック"/>
            </a:endParaRPr>
          </a:p>
          <a:p>
            <a:pPr marL="800100" lvl="1" indent="-342900">
              <a:lnSpc>
                <a:spcPct val="100000"/>
              </a:lnSpc>
              <a:buFont typeface="Arial"/>
              <a:buChar char="•"/>
            </a:pPr>
            <a:r>
              <a:rPr lang="ja-JP" altLang="en-US" b="1">
                <a:solidFill>
                  <a:srgbClr val="0197A7"/>
                </a:solidFill>
                <a:ea typeface="ＭＳ Ｐゴシック"/>
              </a:rPr>
              <a:t>Openness layer</a:t>
            </a:r>
            <a:r>
              <a:rPr lang="ja-JP" altLang="en-US">
                <a:solidFill>
                  <a:schemeClr val="tx1">
                    <a:lumMod val="65000"/>
                    <a:lumOff val="35000"/>
                  </a:schemeClr>
                </a:solidFill>
                <a:ea typeface="ＭＳ Ｐゴシック"/>
              </a:rPr>
              <a:t> </a:t>
            </a:r>
            <a:endParaRPr lang="en-US" altLang="ja-JP" dirty="0">
              <a:solidFill>
                <a:schemeClr val="tx1">
                  <a:lumMod val="65000"/>
                  <a:lumOff val="35000"/>
                </a:schemeClr>
              </a:solidFill>
              <a:ea typeface="ＭＳ Ｐゴシック"/>
            </a:endParaRPr>
          </a:p>
          <a:p>
            <a:pPr marL="1257300" lvl="2" indent="-342900">
              <a:lnSpc>
                <a:spcPct val="100000"/>
              </a:lnSpc>
              <a:buFont typeface="Arial"/>
              <a:buChar char="•"/>
            </a:pPr>
            <a:r>
              <a:rPr lang="ja-JP" altLang="en-US">
                <a:solidFill>
                  <a:schemeClr val="tx1">
                    <a:lumMod val="65000"/>
                    <a:lumOff val="35000"/>
                  </a:schemeClr>
                </a:solidFill>
                <a:ea typeface="ＭＳ Ｐゴシック"/>
              </a:rPr>
              <a:t>bounded confidenceの収束値を</a:t>
            </a:r>
            <a:r>
              <a:rPr lang="ja-JP" altLang="en-US" dirty="0">
                <a:solidFill>
                  <a:schemeClr val="tx1">
                    <a:lumMod val="65000"/>
                    <a:lumOff val="35000"/>
                  </a:schemeClr>
                </a:solidFill>
                <a:ea typeface="ＭＳ Ｐゴシック"/>
              </a:rPr>
              <a:t>通じ, extreme agent</a:t>
            </a:r>
            <a:r>
              <a:rPr lang="ja-JP" altLang="en-US">
                <a:solidFill>
                  <a:schemeClr val="tx1">
                    <a:lumMod val="65000"/>
                    <a:lumOff val="35000"/>
                  </a:schemeClr>
                </a:solidFill>
                <a:ea typeface="ＭＳ Ｐゴシック"/>
              </a:rPr>
              <a:t>がどの程度near-extremeと接続するかを</a:t>
            </a:r>
            <a:r>
              <a:rPr lang="ja-JP" altLang="en-US" dirty="0">
                <a:solidFill>
                  <a:schemeClr val="tx1">
                    <a:lumMod val="65000"/>
                    <a:lumOff val="35000"/>
                  </a:schemeClr>
                </a:solidFill>
                <a:ea typeface="ＭＳ Ｐゴシック"/>
              </a:rPr>
              <a:t>規定 (homophilic gating)</a:t>
            </a:r>
          </a:p>
          <a:p>
            <a:pPr marL="800100" lvl="1" indent="-342900">
              <a:lnSpc>
                <a:spcPct val="100000"/>
              </a:lnSpc>
              <a:buFont typeface="Arial"/>
              <a:buChar char="•"/>
            </a:pPr>
            <a:r>
              <a:rPr lang="ja-JP" altLang="en-US" b="1" dirty="0">
                <a:solidFill>
                  <a:srgbClr val="0197A7"/>
                </a:solidFill>
                <a:ea typeface="ＭＳ Ｐゴシック"/>
              </a:rPr>
              <a:t>Comfort </a:t>
            </a:r>
            <a:r>
              <a:rPr lang="ja-JP" altLang="en-US" b="1">
                <a:solidFill>
                  <a:srgbClr val="0197A7"/>
                </a:solidFill>
                <a:ea typeface="ＭＳ Ｐゴシック"/>
              </a:rPr>
              <a:t>layer</a:t>
            </a:r>
            <a:r>
              <a:rPr lang="ja-JP" altLang="en-US">
                <a:solidFill>
                  <a:schemeClr val="tx1">
                    <a:lumMod val="65000"/>
                    <a:lumOff val="35000"/>
                  </a:schemeClr>
                </a:solidFill>
                <a:ea typeface="ＭＳ Ｐゴシック"/>
              </a:rPr>
              <a:t> </a:t>
            </a:r>
            <a:endParaRPr lang="en-US" altLang="ja-JP" dirty="0">
              <a:solidFill>
                <a:schemeClr val="tx1">
                  <a:lumMod val="65000"/>
                  <a:lumOff val="35000"/>
                </a:schemeClr>
              </a:solidFill>
              <a:ea typeface="ＭＳ Ｐゴシック"/>
            </a:endParaRPr>
          </a:p>
          <a:p>
            <a:pPr marL="1257300" lvl="2" indent="-342900">
              <a:lnSpc>
                <a:spcPct val="100000"/>
              </a:lnSpc>
              <a:buFont typeface="Arial"/>
              <a:buChar char="•"/>
            </a:pPr>
            <a:r>
              <a:rPr lang="ja-JP" altLang="en-US">
                <a:solidFill>
                  <a:schemeClr val="tx1">
                    <a:lumMod val="65000"/>
                    <a:lumOff val="35000"/>
                  </a:schemeClr>
                </a:solidFill>
                <a:ea typeface="ＭＳ Ｐゴシック"/>
              </a:rPr>
              <a:t>上の</a:t>
            </a:r>
            <a:r>
              <a:rPr lang="en-US" altLang="ja-JP" dirty="0">
                <a:solidFill>
                  <a:schemeClr val="tx1">
                    <a:lumMod val="65000"/>
                    <a:lumOff val="35000"/>
                  </a:schemeClr>
                </a:solidFill>
                <a:ea typeface="ＭＳ Ｐゴシック"/>
              </a:rPr>
              <a:t>openness layer</a:t>
            </a:r>
            <a:r>
              <a:rPr lang="ja-JP" altLang="en-US">
                <a:solidFill>
                  <a:schemeClr val="tx1">
                    <a:lumMod val="65000"/>
                    <a:lumOff val="35000"/>
                  </a:schemeClr>
                </a:solidFill>
                <a:ea typeface="ＭＳ Ｐゴシック"/>
              </a:rPr>
              <a:t>を通過して届いた</a:t>
            </a:r>
            <a:r>
              <a:rPr lang="ja-JP" altLang="en-US" dirty="0">
                <a:solidFill>
                  <a:schemeClr val="tx1">
                    <a:lumMod val="65000"/>
                    <a:lumOff val="35000"/>
                  </a:schemeClr>
                </a:solidFill>
                <a:ea typeface="ＭＳ Ｐゴシック"/>
              </a:rPr>
              <a:t>near-extreme投稿がcomfortableと評価されるかを規定 (spiral-of</a:t>
            </a:r>
            <a:r>
              <a:rPr lang="ja-JP" altLang="en-US">
                <a:solidFill>
                  <a:schemeClr val="tx1">
                    <a:lumMod val="65000"/>
                    <a:lumOff val="35000"/>
                  </a:schemeClr>
                </a:solidFill>
                <a:ea typeface="ＭＳ Ｐゴシック"/>
              </a:rPr>
              <a:t>-silence</a:t>
            </a:r>
            <a:r>
              <a:rPr lang="en-US" altLang="ja-JP" dirty="0">
                <a:solidFill>
                  <a:schemeClr val="tx1">
                    <a:lumMod val="65000"/>
                    <a:lumOff val="35000"/>
                  </a:schemeClr>
                </a:solidFill>
                <a:ea typeface="ＭＳ Ｐゴシック"/>
              </a:rPr>
              <a:t>-</a:t>
            </a:r>
            <a:r>
              <a:rPr lang="en-US" altLang="ja-JP" dirty="0" err="1">
                <a:solidFill>
                  <a:schemeClr val="tx1">
                    <a:lumMod val="65000"/>
                    <a:lumOff val="35000"/>
                  </a:schemeClr>
                </a:solidFill>
                <a:ea typeface="ＭＳ Ｐゴシック"/>
              </a:rPr>
              <a:t>ish</a:t>
            </a:r>
            <a:r>
              <a:rPr lang="en-US" altLang="ja-JP" dirty="0">
                <a:solidFill>
                  <a:schemeClr val="tx1">
                    <a:lumMod val="65000"/>
                    <a:lumOff val="35000"/>
                  </a:schemeClr>
                </a:solidFill>
                <a:ea typeface="ＭＳ Ｐゴシック"/>
              </a:rPr>
              <a:t> gating</a:t>
            </a:r>
            <a:r>
              <a:rPr lang="ja-JP" altLang="en-US">
                <a:solidFill>
                  <a:schemeClr val="tx1">
                    <a:lumMod val="65000"/>
                    <a:lumOff val="35000"/>
                  </a:schemeClr>
                </a:solidFill>
                <a:ea typeface="ＭＳ Ｐゴシック"/>
              </a:rPr>
              <a:t>)</a:t>
            </a:r>
            <a:endParaRPr lang="ja-JP" altLang="en-US" dirty="0">
              <a:solidFill>
                <a:schemeClr val="tx1">
                  <a:lumMod val="65000"/>
                  <a:lumOff val="35000"/>
                </a:schemeClr>
              </a:solidFill>
              <a:ea typeface="ＭＳ Ｐゴシック"/>
            </a:endParaRPr>
          </a:p>
        </p:txBody>
      </p:sp>
      <p:sp>
        <p:nvSpPr>
          <p:cNvPr id="900" name="スライド番号プレースホルダー 900">
            <a:extLst>
              <a:ext uri="{FF2B5EF4-FFF2-40B4-BE49-F238E27FC236}">
                <a16:creationId xmlns:a16="http://schemas.microsoft.com/office/drawing/2014/main" id="{69C4E7DF-B3A1-8AF5-5314-45FF0B4014D2}"/>
              </a:ext>
            </a:extLst>
          </p:cNvPr>
          <p:cNvSpPr>
            <a:spLocks noGrp="1"/>
          </p:cNvSpPr>
          <p:nvPr>
            <p:ph type="sldNum" sz="quarter" idx="12"/>
          </p:nvPr>
        </p:nvSpPr>
        <p:spPr/>
        <p:txBody>
          <a:bodyPr/>
          <a:lstStyle/>
          <a:p>
            <a:fld id="{76AC5F35-EA6C-4A36-95F1-D6DAB68AFAC4}" type="slidenum">
              <a:rPr kumimoji="1" lang="ja-JP" altLang="en-US" smtClean="0"/>
              <a:t>10</a:t>
            </a:fld>
            <a:endParaRPr kumimoji="1" lang="ja-JP" altLang="en-US"/>
          </a:p>
        </p:txBody>
      </p:sp>
      <p:sp>
        <p:nvSpPr>
          <p:cNvPr id="9017" name="Accent Bar 9017"/>
          <p:cNvSpPr/>
          <p:nvPr/>
        </p:nvSpPr>
        <p:spPr>
          <a:xfrm>
            <a:off x="838200" y="1732280"/>
            <a:ext cx="685800" cy="33020"/>
          </a:xfrm>
          <a:prstGeom prst="rect">
            <a:avLst/>
          </a:prstGeom>
          <a:solidFill>
            <a:srgbClr val="0197A7"/>
          </a:solidFill>
          <a:ln>
            <a:noFill/>
          </a:ln>
        </p:spPr>
        <p:txBody>
          <a:bodyPr/>
          <a:lstStyle/>
          <a:p/>
        </p:txBody>
      </p:sp>
      <p:sp>
        <p:nvSpPr>
          <p:cNvPr id="9018" name="Section Breadcrumb 9018"/>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extLst>
      <p:ext uri="{BB962C8B-B14F-4D97-AF65-F5344CB8AC3E}">
        <p14:creationId xmlns:p14="http://schemas.microsoft.com/office/powerpoint/2010/main" val="1928069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44E84-F03C-2159-EB33-DEDBD72EB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3F33E-2CBD-4E0C-199A-09184CD498F5}"/>
              </a:ext>
            </a:extLst>
          </p:cNvPr>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考察 : 2層メカニズムによる符号反転</a:t>
            </a:r>
          </a:p>
        </p:txBody>
      </p:sp>
      <p:sp>
        <p:nvSpPr>
          <p:cNvPr id="3" name="Content Placeholder 2">
            <a:extLst>
              <a:ext uri="{FF2B5EF4-FFF2-40B4-BE49-F238E27FC236}">
                <a16:creationId xmlns:a16="http://schemas.microsoft.com/office/drawing/2014/main" id="{52DD9A74-DE47-24C3-E1EB-2FC19CCEFCE9}"/>
              </a:ext>
            </a:extLst>
          </p:cNvPr>
          <p:cNvSpPr>
            <a:spLocks noGrp="1"/>
          </p:cNvSpPr>
          <p:nvPr>
            <p:ph idx="1"/>
          </p:nvPr>
        </p:nvSpPr>
        <p:spPr>
          <a:xfrm>
            <a:off x="838200" y="1825625"/>
            <a:ext cx="7380383" cy="4351338"/>
          </a:xfrm>
        </p:spPr>
        <p:txBody>
          <a:bodyPr>
            <a:normAutofit lnSpcReduction="10000"/>
          </a:bodyPr>
          <a:lstStyle/>
          <a:p>
            <a:pPr marL="0" indent="0">
              <a:lnSpc>
                <a:spcPct val="100000"/>
              </a:lnSpc>
              <a:buNone/>
            </a:pPr>
            <a:r>
              <a:rPr lang="ja-JP" altLang="en-US" sz="2400" b="1">
                <a:solidFill>
                  <a:srgbClr val="0197A7"/>
                </a:solidFill>
                <a:ea typeface="ＭＳ Ｐゴシック"/>
              </a:rPr>
              <a:t>Openness layer</a:t>
            </a:r>
            <a:endParaRPr lang="en-US" altLang="ja-JP" sz="2400" b="1" dirty="0">
              <a:solidFill>
                <a:srgbClr val="0197A7"/>
              </a:solidFill>
              <a:ea typeface="ＭＳ Ｐゴシック"/>
            </a:endParaRPr>
          </a:p>
          <a:p>
            <a:pPr marL="0" indent="0">
              <a:lnSpc>
                <a:spcPct val="100000"/>
              </a:lnSpc>
              <a:buNone/>
            </a:pPr>
            <a:endParaRPr lang="en-US" altLang="ja-JP" sz="2400" b="1" dirty="0">
              <a:solidFill>
                <a:srgbClr val="0197A7"/>
              </a:solidFill>
              <a:ea typeface="ＭＳ Ｐゴシック"/>
            </a:endParaRPr>
          </a:p>
          <a:p>
            <a:pPr>
              <a:lnSpc>
                <a:spcPct val="100000"/>
              </a:lnSpc>
            </a:pPr>
            <a:r>
              <a:rPr lang="ja-JP" altLang="en-US" sz="2400">
                <a:solidFill>
                  <a:schemeClr val="tx1">
                    <a:lumMod val="65000"/>
                    <a:lumOff val="35000"/>
                  </a:schemeClr>
                </a:solidFill>
                <a:ea typeface="ＭＳ Ｐゴシック"/>
              </a:rPr>
              <a:t>そもそも</a:t>
            </a:r>
            <a:r>
              <a:rPr lang="en-US" altLang="ja-JP" sz="2400" dirty="0">
                <a:solidFill>
                  <a:schemeClr val="tx1">
                    <a:lumMod val="65000"/>
                    <a:lumOff val="35000"/>
                  </a:schemeClr>
                </a:solidFill>
                <a:ea typeface="ＭＳ Ｐゴシック"/>
              </a:rPr>
              <a:t>moderate hubs</a:t>
            </a:r>
            <a:r>
              <a:rPr lang="ja-JP" altLang="en-US" sz="2400">
                <a:solidFill>
                  <a:schemeClr val="tx1">
                    <a:lumMod val="65000"/>
                    <a:lumOff val="35000"/>
                  </a:schemeClr>
                </a:solidFill>
                <a:ea typeface="ＭＳ Ｐゴシック"/>
              </a:rPr>
              <a:t>の活動は</a:t>
            </a:r>
            <a:r>
              <a:rPr lang="en-US" altLang="ja-JP" sz="2400" dirty="0">
                <a:solidFill>
                  <a:schemeClr val="tx1">
                    <a:lumMod val="65000"/>
                    <a:lumOff val="35000"/>
                  </a:schemeClr>
                </a:solidFill>
                <a:ea typeface="ＭＳ Ｐゴシック"/>
              </a:rPr>
              <a:t>, near-extreme</a:t>
            </a:r>
            <a:r>
              <a:rPr lang="ja-JP" altLang="en-US" sz="2400">
                <a:solidFill>
                  <a:schemeClr val="tx1">
                    <a:lumMod val="65000"/>
                    <a:lumOff val="35000"/>
                  </a:schemeClr>
                </a:solidFill>
                <a:ea typeface="ＭＳ Ｐゴシック"/>
              </a:rPr>
              <a:t>層の投稿活動を</a:t>
            </a:r>
            <a:r>
              <a:rPr lang="en-US" altLang="ja-JP" sz="2400" dirty="0">
                <a:solidFill>
                  <a:schemeClr val="tx1">
                    <a:lumMod val="65000"/>
                    <a:lumOff val="35000"/>
                  </a:schemeClr>
                </a:solidFill>
                <a:ea typeface="ＭＳ Ｐゴシック"/>
              </a:rPr>
              <a:t>suppress</a:t>
            </a:r>
          </a:p>
          <a:p>
            <a:pPr>
              <a:lnSpc>
                <a:spcPct val="100000"/>
              </a:lnSpc>
            </a:pPr>
            <a:r>
              <a:rPr lang="en-US" altLang="ja-JP" sz="2400" dirty="0" err="1">
                <a:solidFill>
                  <a:schemeClr val="tx1">
                    <a:lumMod val="65000"/>
                    <a:lumOff val="35000"/>
                  </a:schemeClr>
                </a:solidFill>
                <a:ea typeface="ＭＳ Ｐゴシック"/>
              </a:rPr>
              <a:t>P_u</a:t>
            </a:r>
            <a:r>
              <a:rPr lang="ja-JP" altLang="en-US" sz="2400">
                <a:solidFill>
                  <a:schemeClr val="tx1">
                    <a:lumMod val="65000"/>
                    <a:lumOff val="35000"/>
                  </a:schemeClr>
                </a:solidFill>
                <a:ea typeface="ＭＳ Ｐゴシック"/>
              </a:rPr>
              <a:t>が</a:t>
            </a:r>
            <a:r>
              <a:rPr lang="en-US" altLang="ja-JP" sz="2400" dirty="0">
                <a:solidFill>
                  <a:schemeClr val="tx1">
                    <a:lumMod val="65000"/>
                    <a:lumOff val="35000"/>
                  </a:schemeClr>
                </a:solidFill>
                <a:ea typeface="ＭＳ Ｐゴシック"/>
              </a:rPr>
              <a:t>bounded confidence</a:t>
            </a:r>
            <a:r>
              <a:rPr lang="ja-JP" altLang="en-US" sz="2400">
                <a:solidFill>
                  <a:schemeClr val="tx1">
                    <a:lumMod val="65000"/>
                    <a:lumOff val="35000"/>
                  </a:schemeClr>
                </a:solidFill>
                <a:ea typeface="ＭＳ Ｐゴシック"/>
              </a:rPr>
              <a:t>と連関している</a:t>
            </a:r>
            <a:r>
              <a:rPr lang="en-US" altLang="ja-JP" sz="1800" dirty="0">
                <a:solidFill>
                  <a:schemeClr val="tx1">
                    <a:lumMod val="65000"/>
                    <a:lumOff val="35000"/>
                  </a:schemeClr>
                </a:solidFill>
                <a:ea typeface="ＭＳ Ｐゴシック"/>
              </a:rPr>
              <a:t>(</a:t>
            </a:r>
            <a:r>
              <a:rPr lang="ja-JP" altLang="en-US" sz="1800">
                <a:solidFill>
                  <a:schemeClr val="tx1">
                    <a:lumMod val="65000"/>
                    <a:lumOff val="35000"/>
                  </a:schemeClr>
                </a:solidFill>
                <a:ea typeface="ＭＳ Ｐゴシック"/>
              </a:rPr>
              <a:t>高</a:t>
            </a:r>
            <a:r>
              <a:rPr lang="en-US" altLang="ja-JP" sz="1800" dirty="0" err="1">
                <a:solidFill>
                  <a:schemeClr val="tx1">
                    <a:lumMod val="65000"/>
                    <a:lumOff val="35000"/>
                  </a:schemeClr>
                </a:solidFill>
                <a:ea typeface="ＭＳ Ｐゴシック"/>
              </a:rPr>
              <a:t>P_u</a:t>
            </a:r>
            <a:r>
              <a:rPr lang="en-US" altLang="ja-JP" sz="1800" dirty="0">
                <a:solidFill>
                  <a:schemeClr val="tx1">
                    <a:lumMod val="65000"/>
                    <a:lumOff val="35000"/>
                  </a:schemeClr>
                </a:solidFill>
                <a:ea typeface="ＭＳ Ｐゴシック"/>
              </a:rPr>
              <a:t> </a:t>
            </a:r>
            <a:r>
              <a:rPr lang="ja-JP" altLang="en-US" sz="1800">
                <a:solidFill>
                  <a:schemeClr val="tx1">
                    <a:lumMod val="65000"/>
                    <a:lumOff val="35000"/>
                  </a:schemeClr>
                </a:solidFill>
                <a:ea typeface="ＭＳ Ｐゴシック"/>
              </a:rPr>
              <a:t>→高</a:t>
            </a:r>
            <a:r>
              <a:rPr lang="en-US" altLang="ja-JP" sz="1800" dirty="0">
                <a:solidFill>
                  <a:schemeClr val="tx1">
                    <a:lumMod val="65000"/>
                    <a:lumOff val="35000"/>
                  </a:schemeClr>
                </a:solidFill>
                <a:ea typeface="ＭＳ Ｐゴシック"/>
              </a:rPr>
              <a:t>bounded confidence)</a:t>
            </a:r>
          </a:p>
          <a:p>
            <a:pPr lvl="1">
              <a:lnSpc>
                <a:spcPct val="100000"/>
              </a:lnSpc>
            </a:pPr>
            <a:r>
              <a:rPr lang="en-US" altLang="ja-JP" sz="2000" dirty="0">
                <a:solidFill>
                  <a:schemeClr val="tx1">
                    <a:lumMod val="65000"/>
                    <a:lumOff val="35000"/>
                  </a:schemeClr>
                </a:solidFill>
                <a:ea typeface="ＭＳ Ｐゴシック"/>
              </a:rPr>
              <a:t>unfollow speed</a:t>
            </a:r>
            <a:r>
              <a:rPr lang="ja-JP" altLang="en-US" sz="2000">
                <a:solidFill>
                  <a:schemeClr val="tx1">
                    <a:lumMod val="65000"/>
                    <a:lumOff val="35000"/>
                  </a:schemeClr>
                </a:solidFill>
                <a:ea typeface="ＭＳ Ｐゴシック"/>
              </a:rPr>
              <a:t>が速いと</a:t>
            </a:r>
            <a:r>
              <a:rPr lang="en-US" altLang="ja-JP" sz="2000" dirty="0">
                <a:solidFill>
                  <a:schemeClr val="tx1">
                    <a:lumMod val="65000"/>
                    <a:lumOff val="35000"/>
                  </a:schemeClr>
                </a:solidFill>
                <a:ea typeface="ＭＳ Ｐゴシック"/>
              </a:rPr>
              <a:t>, </a:t>
            </a:r>
            <a:r>
              <a:rPr lang="ja-JP" altLang="en-US" sz="2000">
                <a:solidFill>
                  <a:schemeClr val="tx1">
                    <a:lumMod val="65000"/>
                    <a:lumOff val="35000"/>
                  </a:schemeClr>
                </a:solidFill>
                <a:ea typeface="ＭＳ Ｐゴシック"/>
              </a:rPr>
              <a:t>早々にエコーチェンバーを形成し</a:t>
            </a:r>
            <a:r>
              <a:rPr lang="en-US" altLang="ja-JP" sz="2000" dirty="0">
                <a:solidFill>
                  <a:schemeClr val="tx1">
                    <a:lumMod val="65000"/>
                    <a:lumOff val="35000"/>
                  </a:schemeClr>
                </a:solidFill>
                <a:ea typeface="ＭＳ Ｐゴシック"/>
              </a:rPr>
              <a:t>, bounded confidence</a:t>
            </a:r>
            <a:r>
              <a:rPr lang="ja-JP" altLang="en-US" sz="2000">
                <a:solidFill>
                  <a:schemeClr val="tx1">
                    <a:lumMod val="65000"/>
                    <a:lumOff val="35000"/>
                  </a:schemeClr>
                </a:solidFill>
                <a:ea typeface="ＭＳ Ｐゴシック"/>
              </a:rPr>
              <a:t>が回復していく</a:t>
            </a:r>
            <a:endParaRPr lang="en-US" altLang="ja-JP" sz="2000" dirty="0">
              <a:solidFill>
                <a:schemeClr val="tx1">
                  <a:lumMod val="65000"/>
                  <a:lumOff val="35000"/>
                </a:schemeClr>
              </a:solidFill>
              <a:ea typeface="ＭＳ Ｐゴシック"/>
            </a:endParaRPr>
          </a:p>
          <a:p>
            <a:pPr>
              <a:lnSpc>
                <a:spcPct val="100000"/>
              </a:lnSpc>
            </a:pPr>
            <a:r>
              <a:rPr lang="en-US" altLang="ja-JP" sz="2400" dirty="0" err="1">
                <a:solidFill>
                  <a:schemeClr val="tx1">
                    <a:lumMod val="65000"/>
                    <a:lumOff val="35000"/>
                  </a:schemeClr>
                </a:solidFill>
                <a:ea typeface="ＭＳ Ｐゴシック"/>
              </a:rPr>
              <a:t>P_u</a:t>
            </a:r>
            <a:r>
              <a:rPr lang="ja-JP" altLang="en-US" sz="2400">
                <a:solidFill>
                  <a:schemeClr val="tx1">
                    <a:lumMod val="65000"/>
                    <a:lumOff val="35000"/>
                  </a:schemeClr>
                </a:solidFill>
                <a:ea typeface="ＭＳ Ｐゴシック"/>
              </a:rPr>
              <a:t>が大きいと</a:t>
            </a:r>
            <a:r>
              <a:rPr lang="en-US" altLang="ja-JP" sz="2400" dirty="0">
                <a:solidFill>
                  <a:schemeClr val="tx1">
                    <a:lumMod val="65000"/>
                    <a:lumOff val="35000"/>
                  </a:schemeClr>
                </a:solidFill>
                <a:ea typeface="ＭＳ Ｐゴシック"/>
              </a:rPr>
              <a:t>, bounded confidence</a:t>
            </a:r>
            <a:r>
              <a:rPr lang="ja-JP" altLang="en-US" sz="2400">
                <a:solidFill>
                  <a:schemeClr val="tx1">
                    <a:lumMod val="65000"/>
                    <a:lumOff val="35000"/>
                  </a:schemeClr>
                </a:solidFill>
                <a:ea typeface="ＭＳ Ｐゴシック"/>
              </a:rPr>
              <a:t>が広く寛容的で</a:t>
            </a:r>
            <a:r>
              <a:rPr lang="en-US" altLang="ja-JP" sz="2400" dirty="0">
                <a:solidFill>
                  <a:schemeClr val="tx1">
                    <a:lumMod val="65000"/>
                    <a:lumOff val="35000"/>
                  </a:schemeClr>
                </a:solidFill>
                <a:ea typeface="ＭＳ Ｐゴシック"/>
              </a:rPr>
              <a:t>, near-extreme</a:t>
            </a:r>
            <a:r>
              <a:rPr lang="ja-JP" altLang="en-US" sz="2400">
                <a:solidFill>
                  <a:schemeClr val="tx1">
                    <a:lumMod val="65000"/>
                    <a:lumOff val="35000"/>
                  </a:schemeClr>
                </a:solidFill>
                <a:ea typeface="ＭＳ Ｐゴシック"/>
              </a:rPr>
              <a:t>との接続性が高く</a:t>
            </a:r>
            <a:r>
              <a:rPr lang="en-US" altLang="ja-JP" sz="2400" dirty="0">
                <a:solidFill>
                  <a:schemeClr val="tx1">
                    <a:lumMod val="65000"/>
                    <a:lumOff val="35000"/>
                  </a:schemeClr>
                </a:solidFill>
                <a:ea typeface="ＭＳ Ｐゴシック"/>
              </a:rPr>
              <a:t>, near-extreme</a:t>
            </a:r>
            <a:r>
              <a:rPr lang="ja-JP" altLang="en-US" sz="2400">
                <a:solidFill>
                  <a:schemeClr val="tx1">
                    <a:lumMod val="65000"/>
                    <a:lumOff val="35000"/>
                  </a:schemeClr>
                </a:solidFill>
                <a:ea typeface="ＭＳ Ｐゴシック"/>
              </a:rPr>
              <a:t>からの投稿が流入してくる</a:t>
            </a:r>
            <a:endParaRPr lang="ja-JP" altLang="en-US" sz="2400" dirty="0">
              <a:solidFill>
                <a:schemeClr val="tx1">
                  <a:lumMod val="65000"/>
                  <a:lumOff val="35000"/>
                </a:schemeClr>
              </a:solidFill>
              <a:ea typeface="ＭＳ Ｐゴシック"/>
            </a:endParaRPr>
          </a:p>
        </p:txBody>
      </p:sp>
      <p:sp>
        <p:nvSpPr>
          <p:cNvPr id="900" name="スライド番号プレースホルダー 900">
            <a:extLst>
              <a:ext uri="{FF2B5EF4-FFF2-40B4-BE49-F238E27FC236}">
                <a16:creationId xmlns:a16="http://schemas.microsoft.com/office/drawing/2014/main" id="{14F4D77F-CE49-85AD-CF3A-C3904D2E6587}"/>
              </a:ext>
            </a:extLst>
          </p:cNvPr>
          <p:cNvSpPr>
            <a:spLocks noGrp="1"/>
          </p:cNvSpPr>
          <p:nvPr>
            <p:ph type="sldNum" sz="quarter" idx="12"/>
          </p:nvPr>
        </p:nvSpPr>
        <p:spPr/>
        <p:txBody>
          <a:bodyPr/>
          <a:lstStyle/>
          <a:p>
            <a:fld id="{76AC5F35-EA6C-4A36-95F1-D6DAB68AFAC4}" type="slidenum">
              <a:rPr kumimoji="1" lang="ja-JP" altLang="en-US" smtClean="0"/>
              <a:t>11</a:t>
            </a:fld>
            <a:endParaRPr kumimoji="1" lang="ja-JP" altLang="en-US"/>
          </a:p>
        </p:txBody>
      </p:sp>
      <p:pic>
        <p:nvPicPr>
          <p:cNvPr id="4" name="Picture 2" descr="NE-E-influx.png">
            <a:extLst>
              <a:ext uri="{FF2B5EF4-FFF2-40B4-BE49-F238E27FC236}">
                <a16:creationId xmlns:a16="http://schemas.microsoft.com/office/drawing/2014/main" id="{A67DA9F0-D1E5-A3E5-56AE-37607042C21C}"/>
              </a:ext>
            </a:extLst>
          </p:cNvPr>
          <p:cNvPicPr>
            <a:picLocks noChangeAspect="1"/>
          </p:cNvPicPr>
          <p:nvPr/>
        </p:nvPicPr>
        <p:blipFill>
          <a:blip r:embed="rId2"/>
          <a:srcRect l="65597"/>
          <a:stretch>
            <a:fillRect/>
          </a:stretch>
        </p:blipFill>
        <p:spPr>
          <a:xfrm>
            <a:off x="8218583" y="2248694"/>
            <a:ext cx="3617686" cy="3505200"/>
          </a:xfrm>
          <a:prstGeom prst="rect">
            <a:avLst/>
          </a:prstGeom>
        </p:spPr>
      </p:pic>
      <p:sp>
        <p:nvSpPr>
          <p:cNvPr id="5" name="下矢印 4">
            <a:extLst>
              <a:ext uri="{FF2B5EF4-FFF2-40B4-BE49-F238E27FC236}">
                <a16:creationId xmlns:a16="http://schemas.microsoft.com/office/drawing/2014/main" id="{924D0A63-5C56-B656-55F6-225CD5077D59}"/>
              </a:ext>
            </a:extLst>
          </p:cNvPr>
          <p:cNvSpPr/>
          <p:nvPr/>
        </p:nvSpPr>
        <p:spPr>
          <a:xfrm>
            <a:off x="8610600" y="2349390"/>
            <a:ext cx="147810" cy="3303807"/>
          </a:xfrm>
          <a:prstGeom prst="downArrow">
            <a:avLst/>
          </a:prstGeom>
          <a:solidFill>
            <a:srgbClr val="0197A7">
              <a:alpha val="6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3B3B00A6-4954-4685-98AA-0C2D4369D613}"/>
              </a:ext>
            </a:extLst>
          </p:cNvPr>
          <p:cNvSpPr txBox="1"/>
          <p:nvPr/>
        </p:nvSpPr>
        <p:spPr>
          <a:xfrm>
            <a:off x="7987229" y="5115926"/>
            <a:ext cx="1806766" cy="738664"/>
          </a:xfrm>
          <a:prstGeom prst="rect">
            <a:avLst/>
          </a:prstGeom>
          <a:noFill/>
        </p:spPr>
        <p:txBody>
          <a:bodyPr wrap="square" rtlCol="0">
            <a:spAutoFit/>
          </a:bodyPr>
          <a:lstStyle/>
          <a:p>
            <a:r>
              <a:rPr kumimoji="1" lang="en-US" altLang="ja-JP" sz="1400" dirty="0">
                <a:solidFill>
                  <a:schemeClr val="tx1">
                    <a:lumMod val="65000"/>
                    <a:lumOff val="35000"/>
                  </a:schemeClr>
                </a:solidFill>
              </a:rPr>
              <a:t>Wider </a:t>
            </a:r>
          </a:p>
          <a:p>
            <a:r>
              <a:rPr kumimoji="1" lang="en-US" altLang="ja-JP" sz="1400" dirty="0">
                <a:solidFill>
                  <a:schemeClr val="tx1">
                    <a:lumMod val="65000"/>
                    <a:lumOff val="35000"/>
                  </a:schemeClr>
                </a:solidFill>
              </a:rPr>
              <a:t>bounded </a:t>
            </a:r>
          </a:p>
          <a:p>
            <a:r>
              <a:rPr kumimoji="1" lang="en-US" altLang="ja-JP" sz="1400" dirty="0">
                <a:solidFill>
                  <a:schemeClr val="tx1">
                    <a:lumMod val="65000"/>
                    <a:lumOff val="35000"/>
                  </a:schemeClr>
                </a:solidFill>
              </a:rPr>
              <a:t>confidence</a:t>
            </a:r>
            <a:endParaRPr kumimoji="1" lang="ja-JP" altLang="en-US" sz="1400">
              <a:solidFill>
                <a:schemeClr val="tx1">
                  <a:lumMod val="65000"/>
                  <a:lumOff val="35000"/>
                </a:schemeClr>
              </a:solidFill>
            </a:endParaRPr>
          </a:p>
        </p:txBody>
      </p:sp>
      <p:sp>
        <p:nvSpPr>
          <p:cNvPr id="9019" name="Accent Bar 9019"/>
          <p:cNvSpPr/>
          <p:nvPr/>
        </p:nvSpPr>
        <p:spPr>
          <a:xfrm>
            <a:off x="838200" y="1732280"/>
            <a:ext cx="685800" cy="33020"/>
          </a:xfrm>
          <a:prstGeom prst="rect">
            <a:avLst/>
          </a:prstGeom>
          <a:solidFill>
            <a:srgbClr val="0197A7"/>
          </a:solidFill>
          <a:ln>
            <a:noFill/>
          </a:ln>
        </p:spPr>
        <p:txBody>
          <a:bodyPr/>
          <a:lstStyle/>
          <a:p/>
        </p:txBody>
      </p:sp>
      <p:sp>
        <p:nvSpPr>
          <p:cNvPr id="9020" name="Section Breadcrumb 9020"/>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extLst>
      <p:ext uri="{BB962C8B-B14F-4D97-AF65-F5344CB8AC3E}">
        <p14:creationId xmlns:p14="http://schemas.microsoft.com/office/powerpoint/2010/main" val="145602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DE371-5843-E1FD-F691-AE26A332E2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42215-181F-5F2B-A0B8-9248C2934D2D}"/>
              </a:ext>
            </a:extLst>
          </p:cNvPr>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考察 : 2層メカニズムによる符号反転</a:t>
            </a:r>
          </a:p>
        </p:txBody>
      </p:sp>
      <p:sp>
        <p:nvSpPr>
          <p:cNvPr id="3" name="Content Placeholder 2">
            <a:extLst>
              <a:ext uri="{FF2B5EF4-FFF2-40B4-BE49-F238E27FC236}">
                <a16:creationId xmlns:a16="http://schemas.microsoft.com/office/drawing/2014/main" id="{4325F2F7-020A-EC8E-7769-84E3AFDD748D}"/>
              </a:ext>
            </a:extLst>
          </p:cNvPr>
          <p:cNvSpPr>
            <a:spLocks noGrp="1"/>
          </p:cNvSpPr>
          <p:nvPr>
            <p:ph idx="1"/>
          </p:nvPr>
        </p:nvSpPr>
        <p:spPr>
          <a:xfrm>
            <a:off x="838200" y="1825625"/>
            <a:ext cx="6322764" cy="4351338"/>
          </a:xfrm>
        </p:spPr>
        <p:txBody>
          <a:bodyPr>
            <a:normAutofit/>
          </a:bodyPr>
          <a:lstStyle/>
          <a:p>
            <a:pPr marL="0" indent="0">
              <a:lnSpc>
                <a:spcPct val="100000"/>
              </a:lnSpc>
              <a:buNone/>
            </a:pPr>
            <a:r>
              <a:rPr lang="ja-JP" altLang="en-US" b="1">
                <a:solidFill>
                  <a:srgbClr val="0197A7"/>
                </a:solidFill>
                <a:ea typeface="ＭＳ Ｐゴシック"/>
              </a:rPr>
              <a:t>Comfort layer</a:t>
            </a:r>
            <a:endParaRPr lang="en-US" altLang="ja-JP" b="1" dirty="0">
              <a:solidFill>
                <a:schemeClr val="tx1">
                  <a:lumMod val="65000"/>
                  <a:lumOff val="35000"/>
                </a:schemeClr>
              </a:solidFill>
              <a:ea typeface="ＭＳ Ｐゴシック"/>
            </a:endParaRPr>
          </a:p>
          <a:p>
            <a:pPr marL="0" indent="0">
              <a:lnSpc>
                <a:spcPct val="100000"/>
              </a:lnSpc>
              <a:buNone/>
            </a:pPr>
            <a:endParaRPr lang="en-US" altLang="ja-JP" sz="2000" b="1" dirty="0">
              <a:solidFill>
                <a:schemeClr val="tx1">
                  <a:lumMod val="65000"/>
                  <a:lumOff val="35000"/>
                </a:schemeClr>
              </a:solidFill>
              <a:ea typeface="ＭＳ Ｐゴシック"/>
            </a:endParaRPr>
          </a:p>
          <a:p>
            <a:pPr>
              <a:lnSpc>
                <a:spcPct val="100000"/>
              </a:lnSpc>
            </a:pPr>
            <a:r>
              <a:rPr lang="ja-JP" altLang="en-US" sz="2000">
                <a:solidFill>
                  <a:schemeClr val="tx1">
                    <a:lumMod val="65000"/>
                    <a:lumOff val="35000"/>
                  </a:schemeClr>
                </a:solidFill>
                <a:ea typeface="ＭＳ Ｐゴシック"/>
              </a:rPr>
              <a:t>最終的に</a:t>
            </a:r>
            <a:r>
              <a:rPr lang="en-US" altLang="ja-JP" sz="2000" dirty="0">
                <a:solidFill>
                  <a:schemeClr val="tx1">
                    <a:lumMod val="65000"/>
                    <a:lumOff val="35000"/>
                  </a:schemeClr>
                </a:solidFill>
                <a:ea typeface="ＭＳ Ｐゴシック"/>
              </a:rPr>
              <a:t>, </a:t>
            </a:r>
            <a:r>
              <a:rPr lang="ja-JP" altLang="en-US" sz="2000">
                <a:solidFill>
                  <a:schemeClr val="tx1">
                    <a:lumMod val="65000"/>
                    <a:lumOff val="35000"/>
                  </a:schemeClr>
                </a:solidFill>
                <a:ea typeface="ＭＳ Ｐゴシック"/>
              </a:rPr>
              <a:t>流入が増加した</a:t>
            </a:r>
            <a:r>
              <a:rPr lang="en-US" altLang="ja-JP" sz="2000" dirty="0">
                <a:solidFill>
                  <a:schemeClr val="tx1">
                    <a:lumMod val="65000"/>
                    <a:lumOff val="35000"/>
                  </a:schemeClr>
                </a:solidFill>
                <a:ea typeface="ＭＳ Ｐゴシック"/>
              </a:rPr>
              <a:t>near-extreme</a:t>
            </a:r>
            <a:r>
              <a:rPr lang="ja-JP" altLang="en-US" sz="2000">
                <a:solidFill>
                  <a:schemeClr val="tx1">
                    <a:lumMod val="65000"/>
                    <a:lumOff val="35000"/>
                  </a:schemeClr>
                </a:solidFill>
                <a:ea typeface="ＭＳ Ｐゴシック"/>
              </a:rPr>
              <a:t>層からの投稿を</a:t>
            </a:r>
            <a:r>
              <a:rPr lang="en-US" altLang="ja-JP" sz="2000" dirty="0">
                <a:solidFill>
                  <a:schemeClr val="tx1">
                    <a:lumMod val="65000"/>
                    <a:lumOff val="35000"/>
                  </a:schemeClr>
                </a:solidFill>
                <a:ea typeface="ＭＳ Ｐゴシック"/>
              </a:rPr>
              <a:t>comfort</a:t>
            </a:r>
            <a:r>
              <a:rPr lang="ja-JP" altLang="en-US" sz="2000">
                <a:solidFill>
                  <a:schemeClr val="tx1">
                    <a:lumMod val="65000"/>
                    <a:lumOff val="35000"/>
                  </a:schemeClr>
                </a:solidFill>
                <a:ea typeface="ＭＳ Ｐゴシック"/>
              </a:rPr>
              <a:t>と判断するかどうかはエージェントの</a:t>
            </a:r>
            <a:r>
              <a:rPr lang="en-US" altLang="ja-JP" sz="2000" dirty="0">
                <a:solidFill>
                  <a:schemeClr val="tx1">
                    <a:lumMod val="65000"/>
                    <a:lumOff val="35000"/>
                  </a:schemeClr>
                </a:solidFill>
                <a:ea typeface="ＭＳ Ｐゴシック"/>
              </a:rPr>
              <a:t>vocal comfort radius(</a:t>
            </a:r>
            <a:r>
              <a:rPr lang="en-US" altLang="ja-JP" sz="2000" dirty="0" err="1">
                <a:solidFill>
                  <a:schemeClr val="tx1">
                    <a:lumMod val="65000"/>
                    <a:lumOff val="35000"/>
                  </a:schemeClr>
                </a:solidFill>
                <a:ea typeface="ＭＳ Ｐゴシック"/>
              </a:rPr>
              <a:t>κ</a:t>
            </a:r>
            <a:r>
              <a:rPr lang="en-US" altLang="ja-JP" sz="2000" dirty="0">
                <a:solidFill>
                  <a:schemeClr val="tx1">
                    <a:lumMod val="65000"/>
                    <a:lumOff val="35000"/>
                  </a:schemeClr>
                </a:solidFill>
                <a:ea typeface="ＭＳ Ｐゴシック"/>
              </a:rPr>
              <a:t>)</a:t>
            </a:r>
            <a:r>
              <a:rPr lang="ja-JP" altLang="en-US" sz="2000">
                <a:solidFill>
                  <a:schemeClr val="tx1">
                    <a:lumMod val="65000"/>
                    <a:lumOff val="35000"/>
                  </a:schemeClr>
                </a:solidFill>
                <a:ea typeface="ＭＳ Ｐゴシック"/>
              </a:rPr>
              <a:t>に依存</a:t>
            </a:r>
            <a:endParaRPr lang="en-US" altLang="ja-JP" sz="2000" dirty="0">
              <a:solidFill>
                <a:schemeClr val="tx1">
                  <a:lumMod val="65000"/>
                  <a:lumOff val="35000"/>
                </a:schemeClr>
              </a:solidFill>
              <a:ea typeface="ＭＳ Ｐゴシック"/>
            </a:endParaRPr>
          </a:p>
          <a:p>
            <a:pPr>
              <a:lnSpc>
                <a:spcPct val="100000"/>
              </a:lnSpc>
            </a:pPr>
            <a:r>
              <a:rPr lang="en-US" altLang="ja-JP" sz="2000" dirty="0" err="1">
                <a:solidFill>
                  <a:schemeClr val="tx1">
                    <a:lumMod val="65000"/>
                    <a:lumOff val="35000"/>
                  </a:schemeClr>
                </a:solidFill>
                <a:ea typeface="ＭＳ Ｐゴシック"/>
              </a:rPr>
              <a:t>Vcr</a:t>
            </a:r>
            <a:r>
              <a:rPr lang="ja-JP" altLang="en-US" sz="2000">
                <a:solidFill>
                  <a:schemeClr val="tx1">
                    <a:lumMod val="65000"/>
                    <a:lumOff val="35000"/>
                  </a:schemeClr>
                </a:solidFill>
                <a:ea typeface="ＭＳ Ｐゴシック"/>
              </a:rPr>
              <a:t>が小さければ</a:t>
            </a:r>
            <a:r>
              <a:rPr lang="en-US" altLang="ja-JP" sz="2000" dirty="0">
                <a:solidFill>
                  <a:schemeClr val="tx1">
                    <a:lumMod val="65000"/>
                    <a:lumOff val="35000"/>
                  </a:schemeClr>
                </a:solidFill>
                <a:ea typeface="ＭＳ Ｐゴシック"/>
              </a:rPr>
              <a:t>, near-extreme</a:t>
            </a:r>
            <a:r>
              <a:rPr lang="ja-JP" altLang="en-US" sz="2000">
                <a:solidFill>
                  <a:schemeClr val="tx1">
                    <a:lumMod val="65000"/>
                    <a:lumOff val="35000"/>
                  </a:schemeClr>
                </a:solidFill>
                <a:ea typeface="ＭＳ Ｐゴシック"/>
              </a:rPr>
              <a:t>からの流入量が増えると</a:t>
            </a:r>
            <a:r>
              <a:rPr lang="en-US" altLang="ja-JP" sz="2000" dirty="0">
                <a:solidFill>
                  <a:schemeClr val="tx1">
                    <a:lumMod val="65000"/>
                    <a:lumOff val="35000"/>
                  </a:schemeClr>
                </a:solidFill>
                <a:ea typeface="ＭＳ Ｐゴシック"/>
              </a:rPr>
              <a:t>, discomfort</a:t>
            </a:r>
            <a:r>
              <a:rPr lang="ja-JP" altLang="en-US" sz="2000">
                <a:solidFill>
                  <a:schemeClr val="tx1">
                    <a:lumMod val="65000"/>
                    <a:lumOff val="35000"/>
                  </a:schemeClr>
                </a:solidFill>
                <a:ea typeface="ＭＳ Ｐゴシック"/>
              </a:rPr>
              <a:t>な投稿の割合が増えて</a:t>
            </a:r>
            <a:r>
              <a:rPr lang="en-US" altLang="ja-JP" sz="2000" dirty="0">
                <a:solidFill>
                  <a:schemeClr val="tx1">
                    <a:lumMod val="65000"/>
                    <a:lumOff val="35000"/>
                  </a:schemeClr>
                </a:solidFill>
                <a:ea typeface="ＭＳ Ｐゴシック"/>
              </a:rPr>
              <a:t>silencing effect</a:t>
            </a:r>
            <a:r>
              <a:rPr lang="ja-JP" altLang="en-US" sz="2000">
                <a:solidFill>
                  <a:schemeClr val="tx1">
                    <a:lumMod val="65000"/>
                    <a:lumOff val="35000"/>
                  </a:schemeClr>
                </a:solidFill>
                <a:ea typeface="ＭＳ Ｐゴシック"/>
              </a:rPr>
              <a:t>が大きくなる</a:t>
            </a:r>
            <a:endParaRPr lang="en-US" altLang="ja-JP" sz="2000" dirty="0">
              <a:solidFill>
                <a:schemeClr val="tx1">
                  <a:lumMod val="65000"/>
                  <a:lumOff val="35000"/>
                </a:schemeClr>
              </a:solidFill>
              <a:ea typeface="ＭＳ Ｐゴシック"/>
            </a:endParaRPr>
          </a:p>
          <a:p>
            <a:pPr>
              <a:lnSpc>
                <a:spcPct val="100000"/>
              </a:lnSpc>
            </a:pPr>
            <a:r>
              <a:rPr lang="en-US" altLang="ja-JP" sz="2000" dirty="0">
                <a:solidFill>
                  <a:schemeClr val="tx1">
                    <a:lumMod val="65000"/>
                    <a:lumOff val="35000"/>
                  </a:schemeClr>
                </a:solidFill>
                <a:ea typeface="ＭＳ Ｐゴシック"/>
              </a:rPr>
              <a:t>Near-extreme</a:t>
            </a:r>
            <a:r>
              <a:rPr lang="ja-JP" altLang="en-US" sz="2000">
                <a:solidFill>
                  <a:schemeClr val="tx1">
                    <a:lumMod val="65000"/>
                    <a:lumOff val="35000"/>
                  </a:schemeClr>
                </a:solidFill>
                <a:ea typeface="ＭＳ Ｐゴシック"/>
              </a:rPr>
              <a:t>からの流入増加量が小さくても</a:t>
            </a:r>
            <a:r>
              <a:rPr lang="en-US" altLang="ja-JP" sz="2000" dirty="0">
                <a:solidFill>
                  <a:schemeClr val="tx1">
                    <a:lumMod val="65000"/>
                    <a:lumOff val="35000"/>
                  </a:schemeClr>
                </a:solidFill>
                <a:ea typeface="ＭＳ Ｐゴシック"/>
              </a:rPr>
              <a:t>, </a:t>
            </a:r>
            <a:r>
              <a:rPr lang="en-US" altLang="ja-JP" sz="2000" dirty="0" err="1">
                <a:solidFill>
                  <a:schemeClr val="tx1">
                    <a:lumMod val="65000"/>
                    <a:lumOff val="35000"/>
                  </a:schemeClr>
                </a:solidFill>
                <a:ea typeface="ＭＳ Ｐゴシック"/>
              </a:rPr>
              <a:t>vcr</a:t>
            </a:r>
            <a:r>
              <a:rPr lang="ja-JP" altLang="en-US" sz="2000">
                <a:solidFill>
                  <a:schemeClr val="tx1">
                    <a:lumMod val="65000"/>
                    <a:lumOff val="35000"/>
                  </a:schemeClr>
                </a:solidFill>
                <a:ea typeface="ＭＳ Ｐゴシック"/>
              </a:rPr>
              <a:t>が大きければ</a:t>
            </a:r>
            <a:r>
              <a:rPr lang="en-US" altLang="ja-JP" sz="2000" dirty="0">
                <a:solidFill>
                  <a:schemeClr val="tx1">
                    <a:lumMod val="65000"/>
                    <a:lumOff val="35000"/>
                  </a:schemeClr>
                </a:solidFill>
                <a:ea typeface="ＭＳ Ｐゴシック"/>
              </a:rPr>
              <a:t>, comfort</a:t>
            </a:r>
            <a:r>
              <a:rPr lang="ja-JP" altLang="en-US" sz="2000">
                <a:solidFill>
                  <a:schemeClr val="tx1">
                    <a:lumMod val="65000"/>
                    <a:lumOff val="35000"/>
                  </a:schemeClr>
                </a:solidFill>
                <a:ea typeface="ＭＳ Ｐゴシック"/>
              </a:rPr>
              <a:t>判定される</a:t>
            </a:r>
            <a:endParaRPr lang="en-US" altLang="ja-JP" sz="2000" dirty="0">
              <a:solidFill>
                <a:schemeClr val="tx1">
                  <a:lumMod val="65000"/>
                  <a:lumOff val="35000"/>
                </a:schemeClr>
              </a:solidFill>
              <a:ea typeface="ＭＳ Ｐゴシック"/>
            </a:endParaRPr>
          </a:p>
        </p:txBody>
      </p:sp>
      <p:sp>
        <p:nvSpPr>
          <p:cNvPr id="900" name="スライド番号プレースホルダー 900">
            <a:extLst>
              <a:ext uri="{FF2B5EF4-FFF2-40B4-BE49-F238E27FC236}">
                <a16:creationId xmlns:a16="http://schemas.microsoft.com/office/drawing/2014/main" id="{A38CAA33-95B1-EB91-96D5-5AC547ADBD6B}"/>
              </a:ext>
            </a:extLst>
          </p:cNvPr>
          <p:cNvSpPr>
            <a:spLocks noGrp="1"/>
          </p:cNvSpPr>
          <p:nvPr>
            <p:ph type="sldNum" sz="quarter" idx="12"/>
          </p:nvPr>
        </p:nvSpPr>
        <p:spPr/>
        <p:txBody>
          <a:bodyPr/>
          <a:lstStyle/>
          <a:p>
            <a:fld id="{76AC5F35-EA6C-4A36-95F1-D6DAB68AFAC4}" type="slidenum">
              <a:rPr kumimoji="1" lang="ja-JP" altLang="en-US" smtClean="0"/>
              <a:t>12</a:t>
            </a:fld>
            <a:endParaRPr kumimoji="1" lang="ja-JP" altLang="en-US"/>
          </a:p>
        </p:txBody>
      </p:sp>
      <p:pic>
        <p:nvPicPr>
          <p:cNvPr id="4" name="Picture 2" descr="NE-E-influx.png">
            <a:extLst>
              <a:ext uri="{FF2B5EF4-FFF2-40B4-BE49-F238E27FC236}">
                <a16:creationId xmlns:a16="http://schemas.microsoft.com/office/drawing/2014/main" id="{F009299C-5044-6446-F2B7-92B564DF9480}"/>
              </a:ext>
            </a:extLst>
          </p:cNvPr>
          <p:cNvPicPr>
            <a:picLocks noChangeAspect="1"/>
          </p:cNvPicPr>
          <p:nvPr/>
        </p:nvPicPr>
        <p:blipFill>
          <a:blip r:embed="rId2"/>
          <a:srcRect l="65597"/>
          <a:stretch>
            <a:fillRect/>
          </a:stretch>
        </p:blipFill>
        <p:spPr>
          <a:xfrm>
            <a:off x="8317734" y="363026"/>
            <a:ext cx="2864386" cy="2775323"/>
          </a:xfrm>
          <a:prstGeom prst="rect">
            <a:avLst/>
          </a:prstGeom>
        </p:spPr>
      </p:pic>
      <p:sp>
        <p:nvSpPr>
          <p:cNvPr id="5" name="下矢印 4">
            <a:extLst>
              <a:ext uri="{FF2B5EF4-FFF2-40B4-BE49-F238E27FC236}">
                <a16:creationId xmlns:a16="http://schemas.microsoft.com/office/drawing/2014/main" id="{09364B44-D33F-D039-DEB2-DB69F8225728}"/>
              </a:ext>
            </a:extLst>
          </p:cNvPr>
          <p:cNvSpPr/>
          <p:nvPr/>
        </p:nvSpPr>
        <p:spPr>
          <a:xfrm>
            <a:off x="8610600" y="609754"/>
            <a:ext cx="117032" cy="2148284"/>
          </a:xfrm>
          <a:prstGeom prst="downArrow">
            <a:avLst/>
          </a:prstGeom>
          <a:solidFill>
            <a:srgbClr val="0197A7">
              <a:alpha val="6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36B05D3-E8FE-5C01-3688-8D389CD69ACA}"/>
              </a:ext>
            </a:extLst>
          </p:cNvPr>
          <p:cNvSpPr txBox="1"/>
          <p:nvPr/>
        </p:nvSpPr>
        <p:spPr>
          <a:xfrm>
            <a:off x="8012358" y="2489442"/>
            <a:ext cx="1430548" cy="600164"/>
          </a:xfrm>
          <a:prstGeom prst="rect">
            <a:avLst/>
          </a:prstGeom>
          <a:noFill/>
        </p:spPr>
        <p:txBody>
          <a:bodyPr wrap="square" rtlCol="0">
            <a:spAutoFit/>
          </a:bodyPr>
          <a:lstStyle/>
          <a:p>
            <a:r>
              <a:rPr kumimoji="1" lang="en-US" altLang="ja-JP" sz="1100" dirty="0">
                <a:solidFill>
                  <a:schemeClr val="tx1">
                    <a:lumMod val="65000"/>
                    <a:lumOff val="35000"/>
                  </a:schemeClr>
                </a:solidFill>
              </a:rPr>
              <a:t>Wider </a:t>
            </a:r>
          </a:p>
          <a:p>
            <a:r>
              <a:rPr kumimoji="1" lang="en-US" altLang="ja-JP" sz="1100" dirty="0">
                <a:solidFill>
                  <a:schemeClr val="tx1">
                    <a:lumMod val="65000"/>
                    <a:lumOff val="35000"/>
                  </a:schemeClr>
                </a:solidFill>
              </a:rPr>
              <a:t>bounded </a:t>
            </a:r>
          </a:p>
          <a:p>
            <a:r>
              <a:rPr kumimoji="1" lang="en-US" altLang="ja-JP" sz="1100" dirty="0">
                <a:solidFill>
                  <a:schemeClr val="tx1">
                    <a:lumMod val="65000"/>
                    <a:lumOff val="35000"/>
                  </a:schemeClr>
                </a:solidFill>
              </a:rPr>
              <a:t>confidence</a:t>
            </a:r>
            <a:endParaRPr kumimoji="1" lang="ja-JP" altLang="en-US" sz="1100">
              <a:solidFill>
                <a:schemeClr val="tx1">
                  <a:lumMod val="65000"/>
                  <a:lumOff val="35000"/>
                </a:schemeClr>
              </a:solidFill>
            </a:endParaRPr>
          </a:p>
        </p:txBody>
      </p:sp>
      <p:pic>
        <p:nvPicPr>
          <p:cNvPr id="7" name="Picture 2" descr="outcome-heatmap.png">
            <a:extLst>
              <a:ext uri="{FF2B5EF4-FFF2-40B4-BE49-F238E27FC236}">
                <a16:creationId xmlns:a16="http://schemas.microsoft.com/office/drawing/2014/main" id="{A886D9CC-A764-9678-5CC2-550316A9C471}"/>
              </a:ext>
            </a:extLst>
          </p:cNvPr>
          <p:cNvPicPr>
            <a:picLocks noChangeAspect="1"/>
          </p:cNvPicPr>
          <p:nvPr/>
        </p:nvPicPr>
        <p:blipFill>
          <a:blip r:embed="rId3"/>
          <a:srcRect l="66099"/>
          <a:stretch>
            <a:fillRect/>
          </a:stretch>
        </p:blipFill>
        <p:spPr>
          <a:xfrm>
            <a:off x="8317734" y="3420526"/>
            <a:ext cx="2864386" cy="2816437"/>
          </a:xfrm>
          <a:prstGeom prst="rect">
            <a:avLst/>
          </a:prstGeom>
        </p:spPr>
      </p:pic>
      <p:sp>
        <p:nvSpPr>
          <p:cNvPr id="9021" name="Accent Bar 9021"/>
          <p:cNvSpPr/>
          <p:nvPr/>
        </p:nvSpPr>
        <p:spPr>
          <a:xfrm>
            <a:off x="838200" y="1732280"/>
            <a:ext cx="685800" cy="33020"/>
          </a:xfrm>
          <a:prstGeom prst="rect">
            <a:avLst/>
          </a:prstGeom>
          <a:solidFill>
            <a:srgbClr val="0197A7"/>
          </a:solidFill>
          <a:ln>
            <a:noFill/>
          </a:ln>
        </p:spPr>
        <p:txBody>
          <a:bodyPr/>
          <a:lstStyle/>
          <a:p/>
        </p:txBody>
      </p:sp>
      <p:sp>
        <p:nvSpPr>
          <p:cNvPr id="9022" name="Section Breadcrumb 9022"/>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extLst>
      <p:ext uri="{BB962C8B-B14F-4D97-AF65-F5344CB8AC3E}">
        <p14:creationId xmlns:p14="http://schemas.microsoft.com/office/powerpoint/2010/main" val="2395560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E79CE-5C20-8B70-9AE0-8678A7ABB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9E4C6-8BB1-4926-7BC9-583C648819D8}"/>
              </a:ext>
            </a:extLst>
          </p:cNvPr>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考察 </a:t>
            </a:r>
            <a:r>
              <a:rPr lang="ja-JP" altLang="en-US" sz="3200">
                <a:solidFill>
                  <a:schemeClr val="tx1">
                    <a:lumMod val="65000"/>
                    <a:lumOff val="35000"/>
                  </a:schemeClr>
                </a:solidFill>
                <a:ea typeface="ＭＳ Ｐゴシック"/>
              </a:rPr>
              <a:t>: </a:t>
            </a:r>
            <a:r>
              <a:rPr lang="en-US" altLang="ja-JP" sz="3200" dirty="0">
                <a:solidFill>
                  <a:schemeClr val="tx1">
                    <a:lumMod val="65000"/>
                    <a:lumOff val="35000"/>
                  </a:schemeClr>
                </a:solidFill>
                <a:ea typeface="ＭＳ Ｐゴシック"/>
              </a:rPr>
              <a:t>activating moderate hubs</a:t>
            </a:r>
            <a:r>
              <a:rPr lang="ja-JP" altLang="en-US" sz="3200">
                <a:solidFill>
                  <a:schemeClr val="tx1">
                    <a:lumMod val="65000"/>
                    <a:lumOff val="35000"/>
                  </a:schemeClr>
                </a:solidFill>
                <a:ea typeface="ＭＳ Ｐゴシック"/>
              </a:rPr>
              <a:t>側からの解釈</a:t>
            </a:r>
            <a:endParaRPr lang="ja-JP" altLang="en-US" sz="3200" dirty="0">
              <a:solidFill>
                <a:schemeClr val="tx1">
                  <a:lumMod val="65000"/>
                  <a:lumOff val="35000"/>
                </a:schemeClr>
              </a:solidFill>
              <a:ea typeface="ＭＳ Ｐゴシック"/>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1CEC820-B12E-A2A7-1302-737093F9FE9C}"/>
                  </a:ext>
                </a:extLst>
              </p:cNvPr>
              <p:cNvSpPr>
                <a:spLocks noGrp="1"/>
              </p:cNvSpPr>
              <p:nvPr>
                <p:ph idx="1"/>
              </p:nvPr>
            </p:nvSpPr>
            <p:spPr>
              <a:xfrm>
                <a:off x="838200" y="1825625"/>
                <a:ext cx="7854108" cy="4351338"/>
              </a:xfrm>
            </p:spPr>
            <p:txBody>
              <a:bodyPr>
                <a:normAutofit/>
              </a:bodyPr>
              <a:lstStyle/>
              <a:p>
                <a:pPr marL="0" indent="0">
                  <a:lnSpc>
                    <a:spcPct val="100000"/>
                  </a:lnSpc>
                  <a:buNone/>
                </a:pPr>
                <a:r>
                  <a:rPr lang="ja-JP" altLang="en-US" sz="2400">
                    <a:solidFill>
                      <a:schemeClr val="tx1">
                        <a:lumMod val="65000"/>
                        <a:lumOff val="35000"/>
                      </a:schemeClr>
                    </a:solidFill>
                    <a:ea typeface="ＭＳ Ｐゴシック"/>
                  </a:rPr>
                  <a:t>ここまでは</a:t>
                </a:r>
                <a:r>
                  <a:rPr lang="en-US" altLang="ja-JP" sz="2400" dirty="0">
                    <a:solidFill>
                      <a:schemeClr val="tx1">
                        <a:lumMod val="65000"/>
                        <a:lumOff val="35000"/>
                      </a:schemeClr>
                    </a:solidFill>
                    <a:ea typeface="ＭＳ Ｐゴシック"/>
                  </a:rPr>
                  <a:t>, </a:t>
                </a:r>
                <a14:m>
                  <m:oMath xmlns:m="http://schemas.openxmlformats.org/officeDocument/2006/math">
                    <m:r>
                      <a:rPr lang="en-US" altLang="ja-JP" sz="2400" i="1">
                        <a:solidFill>
                          <a:schemeClr val="tx1">
                            <a:lumMod val="65000"/>
                            <a:lumOff val="35000"/>
                          </a:schemeClr>
                        </a:solidFill>
                        <a:latin typeface="Cambria Math" panose="02040503050406030204" pitchFamily="18" charset="0"/>
                        <a:ea typeface="ＭＳ Ｐゴシック"/>
                      </a:rPr>
                      <m:t>𝑀</m:t>
                    </m:r>
                    <m:r>
                      <a:rPr lang="en-US" altLang="ja-JP" sz="2400" i="1">
                        <a:solidFill>
                          <a:schemeClr val="tx1">
                            <a:lumMod val="65000"/>
                            <a:lumOff val="35000"/>
                          </a:schemeClr>
                        </a:solidFill>
                        <a:latin typeface="Cambria Math" panose="02040503050406030204" pitchFamily="18" charset="0"/>
                        <a:ea typeface="ＭＳ Ｐゴシック"/>
                      </a:rPr>
                      <m:t> </m:t>
                    </m:r>
                    <m:r>
                      <a:rPr lang="en-US" altLang="ja-JP" sz="2400" i="1">
                        <a:solidFill>
                          <a:schemeClr val="tx1">
                            <a:lumMod val="65000"/>
                            <a:lumOff val="35000"/>
                          </a:schemeClr>
                        </a:solidFill>
                        <a:latin typeface="Cambria Math" panose="02040503050406030204" pitchFamily="18" charset="0"/>
                        <a:ea typeface="ＭＳ Ｐゴシック"/>
                      </a:rPr>
                      <m:t>𝑠𝑖𝑙𝑒𝑛𝑡</m:t>
                    </m:r>
                    <m:r>
                      <a:rPr lang="en-US" altLang="ja-JP" sz="2400" b="0" i="1" smtClean="0">
                        <a:solidFill>
                          <a:schemeClr val="tx1">
                            <a:lumMod val="65000"/>
                            <a:lumOff val="35000"/>
                          </a:schemeClr>
                        </a:solidFill>
                        <a:latin typeface="Cambria Math" panose="02040503050406030204" pitchFamily="18" charset="0"/>
                        <a:ea typeface="ＭＳ Ｐゴシック"/>
                      </a:rPr>
                      <m:t>−</m:t>
                    </m:r>
                    <m:r>
                      <a:rPr lang="en-US" altLang="ja-JP" sz="2400" b="0" i="1" smtClean="0">
                        <a:solidFill>
                          <a:schemeClr val="tx1">
                            <a:lumMod val="65000"/>
                            <a:lumOff val="35000"/>
                          </a:schemeClr>
                        </a:solidFill>
                        <a:latin typeface="Cambria Math" panose="02040503050406030204" pitchFamily="18" charset="0"/>
                        <a:ea typeface="ＭＳ Ｐゴシック"/>
                      </a:rPr>
                      <m:t>𝑐𝑜𝑛𝑡𝑟𝑜𝑙</m:t>
                    </m:r>
                  </m:oMath>
                </a14:m>
                <a:r>
                  <a:rPr lang="ja-JP" altLang="en-US" sz="2400">
                    <a:solidFill>
                      <a:schemeClr val="tx1">
                        <a:lumMod val="65000"/>
                        <a:lumOff val="35000"/>
                      </a:schemeClr>
                    </a:solidFill>
                    <a:ea typeface="ＭＳ Ｐゴシック"/>
                  </a:rPr>
                  <a:t>の結果を解釈してきた</a:t>
                </a:r>
                <a:endParaRPr lang="en-US" altLang="ja-JP" sz="2400" dirty="0">
                  <a:solidFill>
                    <a:schemeClr val="tx1">
                      <a:lumMod val="65000"/>
                      <a:lumOff val="35000"/>
                    </a:schemeClr>
                  </a:solidFill>
                  <a:ea typeface="ＭＳ Ｐゴシック"/>
                </a:endParaRPr>
              </a:p>
              <a:p>
                <a:pPr marL="0" indent="0">
                  <a:lnSpc>
                    <a:spcPct val="100000"/>
                  </a:lnSpc>
                  <a:buNone/>
                </a:pPr>
                <a:r>
                  <a:rPr lang="ja-JP" altLang="en-US" sz="2400">
                    <a:solidFill>
                      <a:schemeClr val="tx1">
                        <a:lumMod val="65000"/>
                        <a:lumOff val="35000"/>
                      </a:schemeClr>
                    </a:solidFill>
                    <a:ea typeface="ＭＳ Ｐゴシック"/>
                  </a:rPr>
                  <a:t>これを</a:t>
                </a:r>
                <a:r>
                  <a:rPr lang="en-US" altLang="ja-JP" sz="2400" dirty="0">
                    <a:solidFill>
                      <a:schemeClr val="tx1">
                        <a:lumMod val="65000"/>
                        <a:lumOff val="35000"/>
                      </a:schemeClr>
                    </a:solidFill>
                    <a:ea typeface="ＭＳ Ｐゴシック"/>
                  </a:rPr>
                  <a:t>, </a:t>
                </a:r>
                <a:r>
                  <a:rPr lang="ja-JP" altLang="en-US" sz="2400">
                    <a:solidFill>
                      <a:schemeClr val="tx1">
                        <a:lumMod val="65000"/>
                        <a:lumOff val="35000"/>
                      </a:schemeClr>
                    </a:solidFill>
                    <a:ea typeface="ＭＳ Ｐゴシック"/>
                  </a:rPr>
                  <a:t>符号反転させて</a:t>
                </a:r>
                <a14:m>
                  <m:oMath xmlns:m="http://schemas.openxmlformats.org/officeDocument/2006/math">
                    <m:r>
                      <m:rPr>
                        <m:sty m:val="p"/>
                      </m:rPr>
                      <a:rPr lang="en-US" altLang="ja-JP" sz="2400">
                        <a:solidFill>
                          <a:schemeClr val="tx1">
                            <a:lumMod val="65000"/>
                            <a:lumOff val="35000"/>
                          </a:schemeClr>
                        </a:solidFill>
                        <a:latin typeface="Cambria Math" panose="02040503050406030204" pitchFamily="18" charset="0"/>
                        <a:ea typeface="ＭＳ Ｐゴシック"/>
                      </a:rPr>
                      <m:t>control</m:t>
                    </m:r>
                    <m:r>
                      <a:rPr lang="en-US" altLang="ja-JP" sz="2400" i="1">
                        <a:solidFill>
                          <a:schemeClr val="tx1">
                            <a:lumMod val="65000"/>
                            <a:lumOff val="35000"/>
                          </a:schemeClr>
                        </a:solidFill>
                        <a:latin typeface="Cambria Math" panose="02040503050406030204" pitchFamily="18" charset="0"/>
                        <a:ea typeface="ＭＳ Ｐゴシック"/>
                      </a:rPr>
                      <m:t> −</m:t>
                    </m:r>
                    <m:r>
                      <a:rPr lang="en-US" altLang="ja-JP" sz="2400" i="1">
                        <a:solidFill>
                          <a:schemeClr val="tx1">
                            <a:lumMod val="65000"/>
                            <a:lumOff val="35000"/>
                          </a:schemeClr>
                        </a:solidFill>
                        <a:latin typeface="Cambria Math" panose="02040503050406030204" pitchFamily="18" charset="0"/>
                        <a:ea typeface="ＭＳ Ｐゴシック"/>
                      </a:rPr>
                      <m:t>𝑀</m:t>
                    </m:r>
                    <m:r>
                      <a:rPr lang="en-US" altLang="ja-JP" sz="2400" i="1">
                        <a:solidFill>
                          <a:schemeClr val="tx1">
                            <a:lumMod val="65000"/>
                            <a:lumOff val="35000"/>
                          </a:schemeClr>
                        </a:solidFill>
                        <a:latin typeface="Cambria Math" panose="02040503050406030204" pitchFamily="18" charset="0"/>
                        <a:ea typeface="ＭＳ Ｐゴシック"/>
                      </a:rPr>
                      <m:t> </m:t>
                    </m:r>
                    <m:r>
                      <a:rPr lang="en-US" altLang="ja-JP" sz="2400" i="1">
                        <a:solidFill>
                          <a:schemeClr val="tx1">
                            <a:lumMod val="65000"/>
                            <a:lumOff val="35000"/>
                          </a:schemeClr>
                        </a:solidFill>
                        <a:latin typeface="Cambria Math" panose="02040503050406030204" pitchFamily="18" charset="0"/>
                        <a:ea typeface="ＭＳ Ｐゴシック"/>
                      </a:rPr>
                      <m:t>𝑠𝑖𝑙𝑒𝑛𝑡</m:t>
                    </m:r>
                  </m:oMath>
                </a14:m>
                <a:r>
                  <a:rPr lang="ja-JP" altLang="en-US" sz="2400" dirty="0">
                    <a:solidFill>
                      <a:schemeClr val="tx1">
                        <a:lumMod val="65000"/>
                        <a:lumOff val="35000"/>
                      </a:schemeClr>
                    </a:solidFill>
                    <a:ea typeface="ＭＳ Ｐゴシック"/>
                  </a:rPr>
                  <a:t>と</a:t>
                </a:r>
                <a:r>
                  <a:rPr lang="ja-JP" altLang="en-US" sz="2400">
                    <a:solidFill>
                      <a:schemeClr val="tx1">
                        <a:lumMod val="65000"/>
                        <a:lumOff val="35000"/>
                      </a:schemeClr>
                    </a:solidFill>
                    <a:ea typeface="ＭＳ Ｐゴシック"/>
                  </a:rPr>
                  <a:t>いう</a:t>
                </a:r>
                <a:r>
                  <a:rPr lang="en-US" altLang="ja-JP" sz="2400" dirty="0">
                    <a:solidFill>
                      <a:schemeClr val="tx1">
                        <a:lumMod val="65000"/>
                        <a:lumOff val="35000"/>
                      </a:schemeClr>
                    </a:solidFill>
                    <a:ea typeface="ＭＳ Ｐゴシック"/>
                  </a:rPr>
                  <a:t>complementary</a:t>
                </a:r>
                <a:r>
                  <a:rPr lang="ja-JP" altLang="en-US" sz="2400">
                    <a:solidFill>
                      <a:schemeClr val="tx1">
                        <a:lumMod val="65000"/>
                        <a:lumOff val="35000"/>
                      </a:schemeClr>
                    </a:solidFill>
                    <a:ea typeface="ＭＳ Ｐゴシック"/>
                  </a:rPr>
                  <a:t>として解釈すると</a:t>
                </a:r>
                <a:r>
                  <a:rPr lang="en-US" altLang="ja-JP" sz="2400" dirty="0">
                    <a:solidFill>
                      <a:schemeClr val="tx1">
                        <a:lumMod val="65000"/>
                        <a:lumOff val="35000"/>
                      </a:schemeClr>
                    </a:solidFill>
                    <a:ea typeface="ＭＳ Ｐゴシック"/>
                  </a:rPr>
                  <a:t>, moderate hubs</a:t>
                </a:r>
                <a:r>
                  <a:rPr lang="ja-JP" altLang="en-US" sz="2400">
                    <a:solidFill>
                      <a:schemeClr val="tx1">
                        <a:lumMod val="65000"/>
                        <a:lumOff val="35000"/>
                      </a:schemeClr>
                    </a:solidFill>
                    <a:ea typeface="ＭＳ Ｐゴシック"/>
                  </a:rPr>
                  <a:t>が投稿活動をするという行動は</a:t>
                </a:r>
                <a:endParaRPr lang="en-US" altLang="ja-JP" sz="2400" dirty="0">
                  <a:solidFill>
                    <a:schemeClr val="tx1">
                      <a:lumMod val="65000"/>
                      <a:lumOff val="35000"/>
                    </a:schemeClr>
                  </a:solidFill>
                  <a:ea typeface="ＭＳ Ｐゴシック"/>
                </a:endParaRPr>
              </a:p>
              <a:p>
                <a:pPr>
                  <a:lnSpc>
                    <a:spcPct val="100000"/>
                  </a:lnSpc>
                </a:pPr>
                <a:r>
                  <a:rPr lang="en-US" altLang="ja-JP" sz="2400" dirty="0">
                    <a:solidFill>
                      <a:schemeClr val="tx1">
                        <a:lumMod val="65000"/>
                        <a:lumOff val="35000"/>
                      </a:schemeClr>
                    </a:solidFill>
                    <a:ea typeface="ＭＳ Ｐゴシック"/>
                  </a:rPr>
                  <a:t>Near-extreme</a:t>
                </a:r>
                <a:r>
                  <a:rPr lang="ja-JP" altLang="en-US" sz="2400">
                    <a:solidFill>
                      <a:schemeClr val="tx1">
                        <a:lumMod val="65000"/>
                        <a:lumOff val="35000"/>
                      </a:schemeClr>
                    </a:solidFill>
                    <a:ea typeface="ＭＳ Ｐゴシック"/>
                  </a:rPr>
                  <a:t>の投稿量が</a:t>
                </a:r>
                <a:r>
                  <a:rPr lang="en-US" altLang="ja-JP" sz="1800" dirty="0">
                    <a:solidFill>
                      <a:schemeClr val="tx1">
                        <a:lumMod val="65000"/>
                        <a:lumOff val="35000"/>
                      </a:schemeClr>
                    </a:solidFill>
                    <a:ea typeface="ＭＳ Ｐゴシック"/>
                  </a:rPr>
                  <a:t>(</a:t>
                </a:r>
                <a14:m>
                  <m:oMath xmlns:m="http://schemas.openxmlformats.org/officeDocument/2006/math">
                    <m:r>
                      <a:rPr lang="en-US" altLang="ja-JP" sz="1600" i="1">
                        <a:solidFill>
                          <a:schemeClr val="tx1">
                            <a:lumMod val="65000"/>
                            <a:lumOff val="35000"/>
                          </a:schemeClr>
                        </a:solidFill>
                        <a:latin typeface="Cambria Math" panose="02040503050406030204" pitchFamily="18" charset="0"/>
                        <a:ea typeface="ＭＳ Ｐゴシック"/>
                      </a:rPr>
                      <m:t>𝑀</m:t>
                    </m:r>
                    <m:r>
                      <a:rPr lang="en-US" altLang="ja-JP" sz="1600" i="1">
                        <a:solidFill>
                          <a:schemeClr val="tx1">
                            <a:lumMod val="65000"/>
                            <a:lumOff val="35000"/>
                          </a:schemeClr>
                        </a:solidFill>
                        <a:latin typeface="Cambria Math" panose="02040503050406030204" pitchFamily="18" charset="0"/>
                        <a:ea typeface="ＭＳ Ｐゴシック"/>
                      </a:rPr>
                      <m:t> </m:t>
                    </m:r>
                    <m:r>
                      <a:rPr lang="en-US" altLang="ja-JP" sz="1600" i="1">
                        <a:solidFill>
                          <a:schemeClr val="tx1">
                            <a:lumMod val="65000"/>
                            <a:lumOff val="35000"/>
                          </a:schemeClr>
                        </a:solidFill>
                        <a:latin typeface="Cambria Math" panose="02040503050406030204" pitchFamily="18" charset="0"/>
                        <a:ea typeface="ＭＳ Ｐゴシック"/>
                      </a:rPr>
                      <m:t>𝑠𝑖𝑙𝑒𝑛𝑡</m:t>
                    </m:r>
                  </m:oMath>
                </a14:m>
                <a:r>
                  <a:rPr lang="ja-JP" altLang="en-US" sz="1600">
                    <a:solidFill>
                      <a:schemeClr val="tx1">
                        <a:lumMod val="65000"/>
                        <a:lumOff val="35000"/>
                      </a:schemeClr>
                    </a:solidFill>
                    <a:ea typeface="ＭＳ Ｐゴシック"/>
                  </a:rPr>
                  <a:t>に比べて</a:t>
                </a:r>
                <a:r>
                  <a:rPr lang="en-US" altLang="ja-JP" sz="1800" dirty="0">
                    <a:solidFill>
                      <a:schemeClr val="tx1">
                        <a:lumMod val="65000"/>
                        <a:lumOff val="35000"/>
                      </a:schemeClr>
                    </a:solidFill>
                    <a:ea typeface="ＭＳ Ｐゴシック"/>
                  </a:rPr>
                  <a:t>)</a:t>
                </a:r>
                <a:r>
                  <a:rPr lang="ja-JP" altLang="en-US" sz="2400">
                    <a:solidFill>
                      <a:schemeClr val="tx1">
                        <a:lumMod val="65000"/>
                        <a:lumOff val="35000"/>
                      </a:schemeClr>
                    </a:solidFill>
                    <a:ea typeface="ＭＳ Ｐゴシック"/>
                  </a:rPr>
                  <a:t>減る</a:t>
                </a:r>
                <a:endParaRPr lang="en-US" altLang="ja-JP" sz="2400" dirty="0">
                  <a:solidFill>
                    <a:schemeClr val="tx1">
                      <a:lumMod val="65000"/>
                      <a:lumOff val="35000"/>
                    </a:schemeClr>
                  </a:solidFill>
                  <a:ea typeface="ＭＳ Ｐゴシック"/>
                </a:endParaRPr>
              </a:p>
              <a:p>
                <a:pPr>
                  <a:lnSpc>
                    <a:spcPct val="100000"/>
                  </a:lnSpc>
                </a:pPr>
                <a:r>
                  <a:rPr lang="ja-JP" altLang="en-US" sz="2400">
                    <a:solidFill>
                      <a:schemeClr val="tx1">
                        <a:lumMod val="65000"/>
                        <a:lumOff val="35000"/>
                      </a:schemeClr>
                    </a:solidFill>
                    <a:ea typeface="ＭＳ Ｐゴシック"/>
                  </a:rPr>
                  <a:t>低</a:t>
                </a:r>
                <a:r>
                  <a:rPr lang="en-US" altLang="ja-JP" sz="2400" dirty="0" err="1">
                    <a:solidFill>
                      <a:schemeClr val="tx1">
                        <a:lumMod val="65000"/>
                        <a:lumOff val="35000"/>
                      </a:schemeClr>
                    </a:solidFill>
                    <a:ea typeface="ＭＳ Ｐゴシック"/>
                  </a:rPr>
                  <a:t>vcr</a:t>
                </a:r>
                <a:r>
                  <a:rPr lang="ja-JP" altLang="en-US" sz="2400">
                    <a:solidFill>
                      <a:schemeClr val="tx1">
                        <a:lumMod val="65000"/>
                        <a:lumOff val="35000"/>
                      </a:schemeClr>
                    </a:solidFill>
                    <a:ea typeface="ＭＳ Ｐゴシック"/>
                  </a:rPr>
                  <a:t>帯では</a:t>
                </a:r>
                <a:r>
                  <a:rPr lang="en-US" altLang="ja-JP" sz="2400" dirty="0">
                    <a:solidFill>
                      <a:schemeClr val="tx1">
                        <a:lumMod val="65000"/>
                        <a:lumOff val="35000"/>
                      </a:schemeClr>
                    </a:solidFill>
                    <a:ea typeface="ＭＳ Ｐゴシック"/>
                  </a:rPr>
                  <a:t>, </a:t>
                </a:r>
                <a:r>
                  <a:rPr lang="en-US" altLang="ja-JP" sz="1800" dirty="0">
                    <a:solidFill>
                      <a:schemeClr val="tx1">
                        <a:lumMod val="65000"/>
                        <a:lumOff val="35000"/>
                      </a:schemeClr>
                    </a:solidFill>
                    <a:ea typeface="ＭＳ Ｐゴシック"/>
                  </a:rPr>
                  <a:t>(</a:t>
                </a:r>
                <a14:m>
                  <m:oMath xmlns:m="http://schemas.openxmlformats.org/officeDocument/2006/math">
                    <m:r>
                      <a:rPr lang="en-US" altLang="ja-JP" sz="1800" i="1">
                        <a:solidFill>
                          <a:schemeClr val="tx1">
                            <a:lumMod val="65000"/>
                            <a:lumOff val="35000"/>
                          </a:schemeClr>
                        </a:solidFill>
                        <a:latin typeface="Cambria Math" panose="02040503050406030204" pitchFamily="18" charset="0"/>
                        <a:ea typeface="ＭＳ Ｐゴシック"/>
                      </a:rPr>
                      <m:t>𝑀</m:t>
                    </m:r>
                    <m:r>
                      <a:rPr lang="en-US" altLang="ja-JP" sz="1800" i="1">
                        <a:solidFill>
                          <a:schemeClr val="tx1">
                            <a:lumMod val="65000"/>
                            <a:lumOff val="35000"/>
                          </a:schemeClr>
                        </a:solidFill>
                        <a:latin typeface="Cambria Math" panose="02040503050406030204" pitchFamily="18" charset="0"/>
                        <a:ea typeface="ＭＳ Ｐゴシック"/>
                      </a:rPr>
                      <m:t> </m:t>
                    </m:r>
                    <m:r>
                      <a:rPr lang="en-US" altLang="ja-JP" sz="1800" i="1">
                        <a:solidFill>
                          <a:schemeClr val="tx1">
                            <a:lumMod val="65000"/>
                            <a:lumOff val="35000"/>
                          </a:schemeClr>
                        </a:solidFill>
                        <a:latin typeface="Cambria Math" panose="02040503050406030204" pitchFamily="18" charset="0"/>
                        <a:ea typeface="ＭＳ Ｐゴシック"/>
                      </a:rPr>
                      <m:t>𝑠𝑖𝑙𝑒𝑛𝑡</m:t>
                    </m:r>
                  </m:oMath>
                </a14:m>
                <a:r>
                  <a:rPr lang="ja-JP" altLang="en-US" sz="1800">
                    <a:solidFill>
                      <a:schemeClr val="tx1">
                        <a:lumMod val="65000"/>
                        <a:lumOff val="35000"/>
                      </a:schemeClr>
                    </a:solidFill>
                    <a:ea typeface="ＭＳ Ｐゴシック"/>
                  </a:rPr>
                  <a:t>では流入してきていた</a:t>
                </a:r>
                <a:r>
                  <a:rPr lang="en-US" altLang="ja-JP" sz="1800" dirty="0">
                    <a:solidFill>
                      <a:schemeClr val="tx1">
                        <a:lumMod val="65000"/>
                        <a:lumOff val="35000"/>
                      </a:schemeClr>
                    </a:solidFill>
                    <a:ea typeface="ＭＳ Ｐゴシック"/>
                  </a:rPr>
                  <a:t>near-extreme</a:t>
                </a:r>
                <a:r>
                  <a:rPr lang="ja-JP" altLang="en-US" sz="1800">
                    <a:solidFill>
                      <a:schemeClr val="tx1">
                        <a:lumMod val="65000"/>
                        <a:lumOff val="35000"/>
                      </a:schemeClr>
                    </a:solidFill>
                    <a:ea typeface="ＭＳ Ｐゴシック"/>
                  </a:rPr>
                  <a:t>も入ってこず</a:t>
                </a:r>
                <a:r>
                  <a:rPr lang="en-US" altLang="ja-JP" sz="1800" dirty="0">
                    <a:solidFill>
                      <a:schemeClr val="tx1">
                        <a:lumMod val="65000"/>
                        <a:lumOff val="35000"/>
                      </a:schemeClr>
                    </a:solidFill>
                    <a:ea typeface="ＭＳ Ｐゴシック"/>
                  </a:rPr>
                  <a:t>)</a:t>
                </a:r>
                <a:r>
                  <a:rPr lang="en-US" altLang="ja-JP" sz="2400" dirty="0">
                    <a:solidFill>
                      <a:schemeClr val="tx1">
                        <a:lumMod val="65000"/>
                        <a:lumOff val="35000"/>
                      </a:schemeClr>
                    </a:solidFill>
                    <a:ea typeface="ＭＳ Ｐゴシック"/>
                  </a:rPr>
                  <a:t>more homophilic</a:t>
                </a:r>
                <a:r>
                  <a:rPr lang="ja-JP" altLang="en-US" sz="2400">
                    <a:solidFill>
                      <a:schemeClr val="tx1">
                        <a:lumMod val="65000"/>
                        <a:lumOff val="35000"/>
                      </a:schemeClr>
                    </a:solidFill>
                    <a:ea typeface="ＭＳ Ｐゴシック"/>
                  </a:rPr>
                  <a:t>な</a:t>
                </a:r>
                <a:r>
                  <a:rPr lang="en-US" altLang="ja-JP" sz="2400" dirty="0">
                    <a:solidFill>
                      <a:schemeClr val="tx1">
                        <a:lumMod val="65000"/>
                        <a:lumOff val="35000"/>
                      </a:schemeClr>
                    </a:solidFill>
                    <a:ea typeface="ＭＳ Ｐゴシック"/>
                  </a:rPr>
                  <a:t>Feed</a:t>
                </a:r>
                <a:r>
                  <a:rPr lang="ja-JP" altLang="en-US" sz="2400">
                    <a:solidFill>
                      <a:schemeClr val="tx1">
                        <a:lumMod val="65000"/>
                        <a:lumOff val="35000"/>
                      </a:schemeClr>
                    </a:solidFill>
                    <a:ea typeface="ＭＳ Ｐゴシック"/>
                  </a:rPr>
                  <a:t>を形成しやすくなる</a:t>
                </a:r>
                <a:endParaRPr lang="en-US" altLang="ja-JP" sz="2400" dirty="0">
                  <a:solidFill>
                    <a:schemeClr val="tx1">
                      <a:lumMod val="65000"/>
                      <a:lumOff val="35000"/>
                    </a:schemeClr>
                  </a:solidFill>
                  <a:ea typeface="ＭＳ Ｐゴシック"/>
                </a:endParaRPr>
              </a:p>
              <a:p>
                <a:pPr>
                  <a:lnSpc>
                    <a:spcPct val="100000"/>
                  </a:lnSpc>
                </a:pPr>
                <a:r>
                  <a:rPr lang="ja-JP" altLang="en-US" sz="2400">
                    <a:solidFill>
                      <a:schemeClr val="tx1">
                        <a:lumMod val="65000"/>
                        <a:lumOff val="35000"/>
                      </a:schemeClr>
                    </a:solidFill>
                    <a:ea typeface="ＭＳ Ｐゴシック"/>
                  </a:rPr>
                  <a:t>高</a:t>
                </a:r>
                <a:r>
                  <a:rPr lang="en-US" altLang="ja-JP" sz="2400" dirty="0" err="1">
                    <a:solidFill>
                      <a:schemeClr val="tx1">
                        <a:lumMod val="65000"/>
                        <a:lumOff val="35000"/>
                      </a:schemeClr>
                    </a:solidFill>
                    <a:ea typeface="ＭＳ Ｐゴシック"/>
                  </a:rPr>
                  <a:t>vcr</a:t>
                </a:r>
                <a:r>
                  <a:rPr lang="ja-JP" altLang="en-US" sz="2400">
                    <a:solidFill>
                      <a:schemeClr val="tx1">
                        <a:lumMod val="65000"/>
                        <a:lumOff val="35000"/>
                      </a:schemeClr>
                    </a:solidFill>
                    <a:ea typeface="ＭＳ Ｐゴシック"/>
                  </a:rPr>
                  <a:t>帯では</a:t>
                </a:r>
                <a:endParaRPr lang="ja-JP" altLang="en-US" sz="2400" dirty="0">
                  <a:solidFill>
                    <a:schemeClr val="tx1">
                      <a:lumMod val="65000"/>
                      <a:lumOff val="35000"/>
                    </a:schemeClr>
                  </a:solidFill>
                  <a:ea typeface="ＭＳ Ｐゴシック"/>
                </a:endParaRPr>
              </a:p>
            </p:txBody>
          </p:sp>
        </mc:Choice>
        <mc:Fallback>
          <p:sp>
            <p:nvSpPr>
              <p:cNvPr id="3" name="Content Placeholder 2">
                <a:extLst>
                  <a:ext uri="{FF2B5EF4-FFF2-40B4-BE49-F238E27FC236}">
                    <a16:creationId xmlns:a16="http://schemas.microsoft.com/office/drawing/2014/main" id="{A1CEC820-B12E-A2A7-1302-737093F9FE9C}"/>
                  </a:ext>
                </a:extLst>
              </p:cNvPr>
              <p:cNvSpPr>
                <a:spLocks noGrp="1" noRot="1" noChangeAspect="1" noMove="1" noResize="1" noEditPoints="1" noAdjustHandles="1" noChangeArrowheads="1" noChangeShapeType="1" noTextEdit="1"/>
              </p:cNvSpPr>
              <p:nvPr>
                <p:ph idx="1"/>
              </p:nvPr>
            </p:nvSpPr>
            <p:spPr>
              <a:xfrm>
                <a:off x="838200" y="1825625"/>
                <a:ext cx="7854108" cy="4351338"/>
              </a:xfrm>
              <a:blipFill>
                <a:blip r:embed="rId2"/>
                <a:stretch>
                  <a:fillRect l="-1292" t="-1744" r="-162"/>
                </a:stretch>
              </a:blipFill>
            </p:spPr>
            <p:txBody>
              <a:bodyPr/>
              <a:lstStyle/>
              <a:p>
                <a:r>
                  <a:rPr lang="ja-JP" altLang="en-US">
                    <a:noFill/>
                  </a:rPr>
                  <a:t> </a:t>
                </a:r>
              </a:p>
            </p:txBody>
          </p:sp>
        </mc:Fallback>
      </mc:AlternateContent>
      <p:sp>
        <p:nvSpPr>
          <p:cNvPr id="900" name="スライド番号プレースホルダー 900">
            <a:extLst>
              <a:ext uri="{FF2B5EF4-FFF2-40B4-BE49-F238E27FC236}">
                <a16:creationId xmlns:a16="http://schemas.microsoft.com/office/drawing/2014/main" id="{91F3866B-0C7D-1D6D-9E87-752D232638C2}"/>
              </a:ext>
            </a:extLst>
          </p:cNvPr>
          <p:cNvSpPr>
            <a:spLocks noGrp="1"/>
          </p:cNvSpPr>
          <p:nvPr>
            <p:ph type="sldNum" sz="quarter" idx="12"/>
          </p:nvPr>
        </p:nvSpPr>
        <p:spPr/>
        <p:txBody>
          <a:bodyPr/>
          <a:lstStyle/>
          <a:p>
            <a:fld id="{76AC5F35-EA6C-4A36-95F1-D6DAB68AFAC4}" type="slidenum">
              <a:rPr kumimoji="1" lang="ja-JP" altLang="en-US" smtClean="0"/>
              <a:t>13</a:t>
            </a:fld>
            <a:endParaRPr kumimoji="1" lang="ja-JP" altLang="en-US"/>
          </a:p>
        </p:txBody>
      </p:sp>
      <p:sp>
        <p:nvSpPr>
          <p:cNvPr id="9001" name="Content Placeholder Fill 13"/>
          <p:cNvSpPr>
            <a:spLocks noGrp="1"/>
          </p:cNvSpPr>
          <p:nvPr>
            <p:ph idx="1"/>
          </p:nvPr>
        </p:nvSpPr>
        <p:spPr/>
        <p:txBody>
          <a:bodyPr/>
          <a:lstStyle/>
          <a:p>
            <a:pPr marL="0" indent="0">
              <a:lnSpc>
                <a:spcPct val="100000"/>
              </a:lnSpc>
              <a:buNone/>
            </a:pPr>
            <a:r>
              <a:rPr lang="ja-JP" altLang="en-US" sz="2400" dirty="0">
                <a:solidFill>
                  <a:schemeClr val="tx1">
                    <a:lumMod val="65000"/>
                    <a:lumOff val="35000"/>
                  </a:schemeClr>
                </a:solidFill>
                <a:ea typeface="ＭＳ Ｐゴシック"/>
              </a:rPr>
              <a:t>ここまでは, M_silent − control の結果を解釈してきた</a:t>
            </a:r>
          </a:p>
          <a:p>
            <a:pPr marL="0" indent="0">
              <a:lnSpc>
                <a:spcPct val="100000"/>
              </a:lnSpc>
              <a:buNone/>
            </a:pPr>
            <a:r>
              <a:rPr lang="ja-JP" altLang="en-US" sz="2400" dirty="0">
                <a:solidFill>
                  <a:schemeClr val="tx1">
                    <a:lumMod val="65000"/>
                    <a:lumOff val="35000"/>
                  </a:schemeClr>
                </a:solidFill>
                <a:ea typeface="ＭＳ Ｐゴシック"/>
              </a:rPr>
              <a:t>符号を反転させ, control − M_silent というcomplementaryな見方で解釈すると, moderate hubsが投稿活動をすることは</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near-extremeの投稿量が (M_silentに比べて) 減る</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低VCR帯では, (M_silentでは流入してきていたnear-extremeも入ってこず) より</a:t>
            </a:r>
            <a:r>
              <a:rPr lang="ja-JP" altLang="en-US" sz="2400" b="1" dirty="0">
                <a:solidFill>
                  <a:srgbClr val="0197A7"/>
                </a:solidFill>
                <a:ea typeface="ＭＳ Ｐゴシック"/>
              </a:rPr>
              <a:t>均質的(homophilic)なfeed</a:t>
            </a:r>
            <a:r>
              <a:rPr lang="ja-JP" altLang="en-US" sz="2400" dirty="0">
                <a:solidFill>
                  <a:schemeClr val="tx1">
                    <a:lumMod val="65000"/>
                    <a:lumOff val="35000"/>
                  </a:schemeClr>
                </a:solidFill>
                <a:ea typeface="ＭＳ Ｐゴシック"/>
              </a:rPr>
              <a:t>を形成しやすくなる</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高VCR帯では, (M_silentではcomfortとして届いていたnear-extremeの流入もブロックされ) </a:t>
            </a:r>
            <a:r>
              <a:rPr lang="ja-JP" altLang="en-US" sz="2400" b="1" dirty="0">
                <a:solidFill>
                  <a:srgbClr val="0197A7"/>
                </a:solidFill>
                <a:ea typeface="ＭＳ Ｐゴシック"/>
              </a:rPr>
              <a:t>comfortな投稿源を失い</a:t>
            </a:r>
            <a:r>
              <a:rPr lang="ja-JP" altLang="en-US" sz="2400" dirty="0">
                <a:solidFill>
                  <a:schemeClr val="tx1">
                    <a:lumMod val="65000"/>
                    <a:lumOff val="35000"/>
                  </a:schemeClr>
                </a:solidFill>
                <a:ea typeface="ＭＳ Ｐゴシック"/>
              </a:rPr>
              <a:t>, 投稿が抑制される</a:t>
            </a:r>
          </a:p>
        </p:txBody>
      </p:sp>
      <p:sp>
        <p:nvSpPr>
          <p:cNvPr id="9023" name="Accent Bar 9023"/>
          <p:cNvSpPr/>
          <p:nvPr/>
        </p:nvSpPr>
        <p:spPr>
          <a:xfrm>
            <a:off x="838200" y="1732280"/>
            <a:ext cx="685800" cy="33020"/>
          </a:xfrm>
          <a:prstGeom prst="rect">
            <a:avLst/>
          </a:prstGeom>
          <a:solidFill>
            <a:srgbClr val="0197A7"/>
          </a:solidFill>
          <a:ln>
            <a:noFill/>
          </a:ln>
        </p:spPr>
        <p:txBody>
          <a:bodyPr/>
          <a:lstStyle/>
          <a:p/>
        </p:txBody>
      </p:sp>
      <p:sp>
        <p:nvSpPr>
          <p:cNvPr id="9024" name="Section Breadcrumb 9024"/>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extLst>
      <p:ext uri="{BB962C8B-B14F-4D97-AF65-F5344CB8AC3E}">
        <p14:creationId xmlns:p14="http://schemas.microsoft.com/office/powerpoint/2010/main" val="2553786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考察 : moderate hubは「受動的な橋」ではない</a:t>
            </a:r>
          </a:p>
        </p:txBody>
      </p:sp>
      <p:sp>
        <p:nvSpPr>
          <p:cNvPr id="3" name="Content Placeholder 2"/>
          <p:cNvSpPr>
            <a:spLocks noGrp="1"/>
          </p:cNvSpPr>
          <p:nvPr>
            <p:ph idx="1"/>
          </p:nvPr>
        </p:nvSpPr>
        <p:spPr/>
        <p:txBody>
          <a:bodyPr/>
          <a:lstStyle/>
          <a:p>
            <a:pPr marL="342900" indent="-342900">
              <a:lnSpc>
                <a:spcPct val="100000"/>
              </a:lnSpc>
              <a:buFont typeface="Arial"/>
              <a:buChar char="•"/>
            </a:pPr>
            <a:r>
              <a:rPr lang="ja-JP" altLang="en-US" sz="2400" dirty="0">
                <a:solidFill>
                  <a:schemeClr val="tx1">
                    <a:lumMod val="65000"/>
                    <a:lumOff val="35000"/>
                  </a:schemeClr>
                </a:solidFill>
                <a:ea typeface="ＭＳ Ｐゴシック"/>
              </a:rPr>
              <a:t>moderate hubは離れたcamp同士を単に橋渡しする</a:t>
            </a:r>
            <a:r>
              <a:rPr lang="ja-JP" altLang="en-US" sz="2400" b="1" dirty="0">
                <a:solidFill>
                  <a:srgbClr val="0197A7"/>
                </a:solidFill>
                <a:ea typeface="ＭＳ Ｐゴシック"/>
              </a:rPr>
              <a:t>受動的なbridge</a:t>
            </a:r>
            <a:r>
              <a:rPr lang="ja-JP" altLang="en-US" sz="2400" dirty="0">
                <a:solidFill>
                  <a:schemeClr val="tx1">
                    <a:lumMod val="65000"/>
                    <a:lumOff val="35000"/>
                  </a:schemeClr>
                </a:solidFill>
                <a:ea typeface="ＭＳ Ｐゴシック"/>
              </a:rPr>
              <a:t>ではなく, 情報環境そのものを</a:t>
            </a:r>
            <a:r>
              <a:rPr lang="ja-JP" altLang="en-US" sz="2400">
                <a:solidFill>
                  <a:schemeClr val="tx1">
                    <a:lumMod val="65000"/>
                    <a:lumOff val="35000"/>
                  </a:schemeClr>
                </a:solidFill>
                <a:ea typeface="ＭＳ Ｐゴシック"/>
              </a:rPr>
              <a:t>組み替える</a:t>
            </a:r>
            <a:r>
              <a:rPr lang="ja-JP" altLang="en-US" sz="2400" b="1">
                <a:solidFill>
                  <a:srgbClr val="0197A7"/>
                </a:solidFill>
                <a:ea typeface="ＭＳ Ｐゴシック"/>
              </a:rPr>
              <a:t>上流機構 </a:t>
            </a:r>
            <a:r>
              <a:rPr lang="ja-JP" altLang="en-US" sz="2400" b="1" dirty="0">
                <a:solidFill>
                  <a:srgbClr val="0197A7"/>
                </a:solidFill>
                <a:ea typeface="ＭＳ Ｐゴシック"/>
              </a:rPr>
              <a:t>(upstream regulator)</a:t>
            </a:r>
            <a:r>
              <a:rPr lang="ja-JP" altLang="en-US" sz="2400" dirty="0">
                <a:solidFill>
                  <a:schemeClr val="tx1">
                    <a:lumMod val="65000"/>
                    <a:lumOff val="35000"/>
                  </a:schemeClr>
                </a:solidFill>
                <a:ea typeface="ＭＳ Ｐゴシック"/>
              </a:rPr>
              <a:t>として機能する</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「moderateな介入者は分極を緩和する」という直感的な期待は, 条件によっては成立しないこと</a:t>
            </a:r>
            <a:r>
              <a:rPr lang="ja-JP" altLang="en-US" sz="2400">
                <a:solidFill>
                  <a:schemeClr val="tx1">
                    <a:lumMod val="65000"/>
                    <a:lumOff val="35000"/>
                  </a:schemeClr>
                </a:solidFill>
                <a:ea typeface="ＭＳ Ｐゴシック"/>
              </a:rPr>
              <a:t>がある</a:t>
            </a:r>
            <a:endParaRPr lang="ja-JP" altLang="en-US" sz="2400" dirty="0">
              <a:solidFill>
                <a:schemeClr val="tx1">
                  <a:lumMod val="65000"/>
                  <a:lumOff val="35000"/>
                </a:schemeClr>
              </a:solidFill>
              <a:ea typeface="ＭＳ Ｐゴシック"/>
            </a:endParaRPr>
          </a:p>
        </p:txBody>
      </p:sp>
      <p:sp>
        <p:nvSpPr>
          <p:cNvPr id="900" name="スライド番号プレースホルダー 900"/>
          <p:cNvSpPr>
            <a:spLocks noGrp="1"/>
          </p:cNvSpPr>
          <p:nvPr>
            <p:ph type="sldNum" sz="quarter" idx="12"/>
          </p:nvPr>
        </p:nvSpPr>
        <p:spPr/>
        <p:txBody>
          <a:bodyPr/>
          <a:lstStyle/>
          <a:p>
            <a:fld id="{2E86D45B-8C35-4CFB-AEA0-BBEC2A287C2D}" type="slidenum">
              <a:rPr kumimoji="1" lang="ja-JP" altLang="en-US" smtClean="0"/>
              <a:t>14</a:t>
            </a:fld>
            <a:endParaRPr kumimoji="1" lang="ja-JP" altLang="en-US"/>
          </a:p>
        </p:txBody>
      </p:sp>
      <p:sp>
        <p:nvSpPr>
          <p:cNvPr id="9025" name="Accent Bar 9025"/>
          <p:cNvSpPr/>
          <p:nvPr/>
        </p:nvSpPr>
        <p:spPr>
          <a:xfrm>
            <a:off x="838200" y="1732280"/>
            <a:ext cx="685800" cy="33020"/>
          </a:xfrm>
          <a:prstGeom prst="rect">
            <a:avLst/>
          </a:prstGeom>
          <a:solidFill>
            <a:srgbClr val="0197A7"/>
          </a:solidFill>
          <a:ln>
            <a:noFill/>
          </a:ln>
        </p:spPr>
        <p:txBody>
          <a:bodyPr/>
          <a:lstStyle/>
          <a:p/>
        </p:txBody>
      </p:sp>
      <p:sp>
        <p:nvSpPr>
          <p:cNvPr id="9026" name="Section Breadcrumb 9026"/>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今後の予定</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ja-JP" altLang="en-US" sz="3200" dirty="0">
                <a:solidFill>
                  <a:schemeClr val="tx1">
                    <a:lumMod val="65000"/>
                    <a:lumOff val="35000"/>
                  </a:schemeClr>
                </a:solidFill>
                <a:ea typeface="ＭＳ Ｐゴシック"/>
              </a:rPr>
              <a:t>今後の予定</a:t>
            </a:r>
          </a:p>
        </p:txBody>
      </p:sp>
      <p:sp>
        <p:nvSpPr>
          <p:cNvPr id="3" name="Content Placeholder 2"/>
          <p:cNvSpPr>
            <a:spLocks noGrp="1"/>
          </p:cNvSpPr>
          <p:nvPr>
            <p:ph idx="1"/>
          </p:nvPr>
        </p:nvSpPr>
        <p:spPr/>
        <p:txBody>
          <a:bodyPr/>
          <a:lstStyle/>
          <a:p>
            <a:pPr marL="342900" indent="-342900">
              <a:lnSpc>
                <a:spcPct val="100000"/>
              </a:lnSpc>
              <a:buFont typeface="Arial"/>
              <a:buChar char="•"/>
            </a:pPr>
            <a:r>
              <a:rPr lang="ja-JP" altLang="en-US" sz="2400" b="1" dirty="0">
                <a:solidFill>
                  <a:schemeClr val="tx1">
                    <a:lumMod val="65000"/>
                    <a:lumOff val="35000"/>
                  </a:schemeClr>
                </a:solidFill>
                <a:ea typeface="ＭＳ Ｐゴシック"/>
              </a:rPr>
              <a:t>本実験の論文 (Complex Networks 2026 向け) は一通り書き上げた</a:t>
            </a:r>
            <a:r>
              <a:rPr lang="ja-JP" altLang="en-US" sz="2400" dirty="0">
                <a:solidFill>
                  <a:schemeClr val="tx1">
                    <a:lumMod val="65000"/>
                    <a:lumOff val="35000"/>
                  </a:schemeClr>
                </a:solidFill>
                <a:ea typeface="ＭＳ Ｐゴシック"/>
              </a:rPr>
              <a:t> </a:t>
            </a:r>
            <a:r>
              <a:rPr lang="ja-JP" altLang="en-US" sz="2400">
                <a:solidFill>
                  <a:schemeClr val="tx1">
                    <a:lumMod val="65000"/>
                    <a:lumOff val="35000"/>
                  </a:schemeClr>
                </a:solidFill>
                <a:ea typeface="ＭＳ Ｐゴシック"/>
              </a:rPr>
              <a:t>→ 完成次第鳥海先生にも内容</a:t>
            </a:r>
            <a:r>
              <a:rPr lang="ja-JP" altLang="en-US" sz="2400" dirty="0">
                <a:solidFill>
                  <a:schemeClr val="tx1">
                    <a:lumMod val="65000"/>
                    <a:lumOff val="35000"/>
                  </a:schemeClr>
                </a:solidFill>
                <a:ea typeface="ＭＳ Ｐゴシック"/>
              </a:rPr>
              <a:t>をご確認いただき次第, 投稿予定</a:t>
            </a:r>
          </a:p>
          <a:p>
            <a:pPr marL="342900" indent="-342900">
              <a:lnSpc>
                <a:spcPct val="100000"/>
              </a:lnSpc>
              <a:buFont typeface="Arial"/>
              <a:buChar char="•"/>
            </a:pPr>
            <a:r>
              <a:rPr lang="ja-JP" altLang="en-US" sz="2400" dirty="0">
                <a:solidFill>
                  <a:schemeClr val="tx1">
                    <a:lumMod val="65000"/>
                    <a:lumOff val="35000"/>
                  </a:schemeClr>
                </a:solidFill>
                <a:ea typeface="ＭＳ Ｐゴシック"/>
              </a:rPr>
              <a:t>次の実験では意見伝播の</a:t>
            </a:r>
            <a:r>
              <a:rPr lang="ja-JP" altLang="en-US" sz="2400" b="1" dirty="0">
                <a:solidFill>
                  <a:srgbClr val="0197A7"/>
                </a:solidFill>
                <a:ea typeface="ＭＳ Ｐゴシック"/>
              </a:rPr>
              <a:t>非対称性 (asymmetric)</a:t>
            </a:r>
            <a:r>
              <a:rPr lang="ja-JP" altLang="en-US" sz="2400" dirty="0">
                <a:solidFill>
                  <a:schemeClr val="tx1">
                    <a:lumMod val="65000"/>
                    <a:lumOff val="35000"/>
                  </a:schemeClr>
                </a:solidFill>
                <a:ea typeface="ＭＳ Ｐゴシック"/>
              </a:rPr>
              <a:t>に着目する予定</a:t>
            </a:r>
          </a:p>
          <a:p>
            <a:pPr marL="800100" lvl="1" indent="-342900">
              <a:lnSpc>
                <a:spcPct val="100000"/>
              </a:lnSpc>
              <a:buFont typeface="Arial"/>
              <a:buChar char="•"/>
            </a:pPr>
            <a:r>
              <a:rPr lang="ja-JP" altLang="en-US" sz="2400">
                <a:solidFill>
                  <a:schemeClr val="tx1">
                    <a:lumMod val="65000"/>
                    <a:lumOff val="35000"/>
                  </a:schemeClr>
                </a:solidFill>
                <a:ea typeface="ＭＳ Ｐゴシック"/>
              </a:rPr>
              <a:t>日本語</a:t>
            </a:r>
            <a:r>
              <a:rPr lang="ja-JP" altLang="en-US" sz="2400" dirty="0">
                <a:solidFill>
                  <a:schemeClr val="tx1">
                    <a:lumMod val="65000"/>
                    <a:lumOff val="35000"/>
                  </a:schemeClr>
                </a:solidFill>
                <a:ea typeface="ＭＳ Ｐゴシック"/>
              </a:rPr>
              <a:t>Twitterにおける左右非対称な伝播 (保守的な発信の方が穏健層</a:t>
            </a:r>
            <a:r>
              <a:rPr lang="ja-JP" altLang="en-US" sz="2400">
                <a:solidFill>
                  <a:schemeClr val="tx1">
                    <a:lumMod val="65000"/>
                    <a:lumOff val="35000"/>
                  </a:schemeClr>
                </a:solidFill>
                <a:ea typeface="ＭＳ Ｐゴシック"/>
              </a:rPr>
              <a:t>に届きやすい</a:t>
            </a:r>
            <a:r>
              <a:rPr lang="en-US" altLang="ja-JP" sz="2400" dirty="0">
                <a:solidFill>
                  <a:schemeClr val="tx1">
                    <a:lumMod val="65000"/>
                    <a:lumOff val="35000"/>
                  </a:schemeClr>
                </a:solidFill>
                <a:ea typeface="ＭＳ Ｐゴシック"/>
              </a:rPr>
              <a:t>, </a:t>
            </a:r>
            <a:r>
              <a:rPr lang="ja-JP" altLang="en-US">
                <a:solidFill>
                  <a:schemeClr val="tx1">
                    <a:lumMod val="65000"/>
                    <a:lumOff val="35000"/>
                  </a:schemeClr>
                </a:solidFill>
                <a:ea typeface="ＭＳ Ｐゴシック"/>
              </a:rPr>
              <a:t>Yoshida et al. (2021) ) </a:t>
            </a:r>
            <a:r>
              <a:rPr lang="ja-JP" altLang="en-US" sz="2400" dirty="0">
                <a:solidFill>
                  <a:schemeClr val="tx1">
                    <a:lumMod val="65000"/>
                    <a:lumOff val="35000"/>
                  </a:schemeClr>
                </a:solidFill>
                <a:ea typeface="ＭＳ Ｐゴシック"/>
              </a:rPr>
              <a:t>を, 本モデルをベースに検証中</a:t>
            </a:r>
          </a:p>
        </p:txBody>
      </p:sp>
      <p:sp>
        <p:nvSpPr>
          <p:cNvPr id="900" name="スライド番号プレースホルダー 900"/>
          <p:cNvSpPr>
            <a:spLocks noGrp="1"/>
          </p:cNvSpPr>
          <p:nvPr>
            <p:ph type="sldNum" sz="quarter" idx="12"/>
          </p:nvPr>
        </p:nvSpPr>
        <p:spPr/>
        <p:txBody>
          <a:bodyPr/>
          <a:lstStyle/>
          <a:p>
            <a:fld id="{06729A44-39BD-4660-9972-40778F26169A}" type="slidenum">
              <a:rPr kumimoji="1" lang="ja-JP" altLang="en-US" smtClean="0"/>
              <a:t>15</a:t>
            </a:fld>
            <a:endParaRPr kumimoji="1" lang="ja-JP" altLang="en-US"/>
          </a:p>
        </p:txBody>
      </p:sp>
      <p:sp>
        <p:nvSpPr>
          <p:cNvPr id="9027" name="Accent Bar 9027"/>
          <p:cNvSpPr/>
          <p:nvPr/>
        </p:nvSpPr>
        <p:spPr>
          <a:xfrm>
            <a:off x="838200" y="1732280"/>
            <a:ext cx="685800" cy="33020"/>
          </a:xfrm>
          <a:prstGeom prst="rect">
            <a:avLst/>
          </a:prstGeom>
          <a:solidFill>
            <a:srgbClr val="0197A7"/>
          </a:solidFill>
          <a:ln>
            <a:noFill/>
          </a:ln>
        </p:spPr>
        <p:txBody>
          <a:bodyPr/>
          <a:lstStyle/>
          <a:p/>
        </p:txBody>
      </p:sp>
      <p:sp>
        <p:nvSpPr>
          <p:cNvPr id="9028" name="Section Breadcrumb 9028"/>
          <p:cNvSpPr txBox="1"/>
          <p:nvPr/>
        </p:nvSpPr>
        <p:spPr>
          <a:xfrm>
            <a:off x="6953800" y="91440"/>
            <a:ext cx="4400000" cy="182880"/>
          </a:xfrm>
          <a:prstGeom prst="rect">
            <a:avLst/>
          </a:prstGeom>
          <a:noFill/>
        </p:spPr>
        <p:txBody>
          <a:bodyPr wrap="square" lIns="0" tIns="0" rIns="0" bIns="0" anchor="ctr">
            <a:noAutofit/>
          </a:bodyPr>
          <a:lstStyle/>
          <a:p>
            <a:pPr algn="r" marL="0" indent="0">
              <a:lnSpc>
                <a:spcPct val="100000"/>
              </a:lnSpc>
              <a:buNone/>
            </a:pPr>
            <a:r>
              <a:rPr lang="ja-JP" altLang="en-US" sz="1100" dirty="0">
                <a:solidFill>
                  <a:schemeClr val="tx1">
                    <a:lumMod val="65000"/>
                    <a:lumOff val="35000"/>
                  </a:schemeClr>
                </a:solidFill>
                <a:ea typeface="ＭＳ Ｐゴシック"/>
              </a:rPr>
              <a:t>研究概要</a:t>
            </a:r>
            <a:r>
              <a:rPr lang="ja-JP" altLang="en-US" sz="1100" dirty="0">
                <a:solidFill>
                  <a:schemeClr val="tx1">
                    <a:lumMod val="65000"/>
                    <a:lumOff val="35000"/>
                  </a:schemeClr>
                </a:solidFill>
                <a:ea typeface="ＭＳ Ｐゴシック"/>
              </a:rPr>
              <a:t>  ›  </a:t>
            </a:r>
            <a:r>
              <a:rPr lang="ja-JP" altLang="en-US" sz="1100" dirty="0">
                <a:solidFill>
                  <a:schemeClr val="tx1">
                    <a:lumMod val="65000"/>
                    <a:lumOff val="35000"/>
                  </a:schemeClr>
                </a:solidFill>
                <a:ea typeface="ＭＳ Ｐゴシック"/>
              </a:rPr>
              <a:t>実験</a:t>
            </a:r>
            <a:r>
              <a:rPr lang="ja-JP" altLang="en-US" sz="1100" dirty="0">
                <a:solidFill>
                  <a:schemeClr val="tx1">
                    <a:lumMod val="65000"/>
                    <a:lumOff val="35000"/>
                  </a:schemeClr>
                </a:solidFill>
                <a:ea typeface="ＭＳ Ｐゴシック"/>
              </a:rPr>
              <a:t>  ›  </a:t>
            </a:r>
            <a:r>
              <a:rPr lang="ja-JP" altLang="en-US" sz="1100" b="1" dirty="0">
                <a:solidFill>
                  <a:srgbClr val="0197A7"/>
                </a:solidFill>
                <a:ea typeface="ＭＳ Ｐゴシック"/>
              </a:rPr>
              <a:t>今後の予定</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665</TotalTime>
  <Words>1356</Words>
  <Application>Microsoft Macintosh PowerPoint</Application>
  <PresentationFormat>ワイド画面</PresentationFormat>
  <Paragraphs>100</Paragraphs>
  <Slides>15</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15</vt:i4>
      </vt:variant>
    </vt:vector>
  </HeadingPairs>
  <TitlesOfParts>
    <vt:vector size="22" baseType="lpstr">
      <vt:lpstr>ＭＳ Ｐゴシック</vt:lpstr>
      <vt:lpstr>游ゴシック</vt:lpstr>
      <vt:lpstr>Aptos</vt:lpstr>
      <vt:lpstr>Aptos Display</vt:lpstr>
      <vt:lpstr>Arial</vt:lpstr>
      <vt:lpstr>Cambria Math</vt:lpstr>
      <vt:lpstr>Office テーマ</vt:lpstr>
      <vt:lpstr>進捗報告</vt:lpstr>
      <vt:lpstr>topic</vt:lpstr>
      <vt:lpstr>研究の動機</vt:lpstr>
      <vt:lpstr>モデルの概要</vt:lpstr>
      <vt:lpstr>実験設定</vt:lpstr>
      <vt:lpstr>結果１ : silencing moderate hubsによる各campの投稿率への効果          (M silent -control)</vt:lpstr>
      <vt:lpstr>結果１ : activating moderate hubsによる各campの投稿率への効果       符号を反転させて考える (control -M silent)</vt:lpstr>
      <vt:lpstr>結果２ : near-extreme → extreme への投稿流入量</vt:lpstr>
      <vt:lpstr>考察 : moderate, near-extremeへの一様な効果</vt:lpstr>
      <vt:lpstr>考察 : 2層メカニズムによる符号反転</vt:lpstr>
      <vt:lpstr>考察 : 2層メカニズムによる符号反転</vt:lpstr>
      <vt:lpstr>考察 : 2層メカニズムによる符号反転</vt:lpstr>
      <vt:lpstr>考察 : activating moderate hubs側からの解釈</vt:lpstr>
      <vt:lpstr>考察 : moderate hubは「受動的な橋」ではない</vt:lpstr>
      <vt:lpstr>今後の予定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朋也 武田</cp:lastModifiedBy>
  <cp:revision>11882</cp:revision>
  <dcterms:created xsi:type="dcterms:W3CDTF">2025-03-07T06:18:24Z</dcterms:created>
  <dcterms:modified xsi:type="dcterms:W3CDTF">2026-08-24T13:01:38Z</dcterms:modified>
</cp:coreProperties>
</file>